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Fira Sans Extra Condensed Medium"/>
      <p:regular r:id="rId29"/>
      <p:bold r:id="rId30"/>
      <p:italic r:id="rId31"/>
      <p:boldItalic r:id="rId32"/>
    </p:embeddedFont>
    <p:embeddedFont>
      <p:font typeface="Rubik"/>
      <p:regular r:id="rId33"/>
      <p:bold r:id="rId34"/>
      <p:italic r:id="rId35"/>
      <p:boldItalic r:id="rId36"/>
    </p:embeddedFont>
    <p:embeddedFont>
      <p:font typeface="Fira Sans Extra Condensed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ExtraCondensed-boldItalic.fntdata"/><Relationship Id="rId20" Type="http://schemas.openxmlformats.org/officeDocument/2006/relationships/slide" Target="slides/slide16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font" Target="fonts/Roboto-bold.fntdata"/><Relationship Id="rId44" Type="http://schemas.openxmlformats.org/officeDocument/2006/relationships/font" Target="fonts/OpenSans-boldItalic.fntdata"/><Relationship Id="rId21" Type="http://schemas.openxmlformats.org/officeDocument/2006/relationships/font" Target="fonts/Roboto-regular.fntdata"/><Relationship Id="rId43" Type="http://schemas.openxmlformats.org/officeDocument/2006/relationships/font" Target="fonts/OpenSans-italic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FiraSansExtraCondensed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FiraSansExtraCondensedMedium-italic.fntdata"/><Relationship Id="rId30" Type="http://schemas.openxmlformats.org/officeDocument/2006/relationships/font" Target="fonts/FiraSansExtraCondensedMedium-bold.fntdata"/><Relationship Id="rId11" Type="http://schemas.openxmlformats.org/officeDocument/2006/relationships/slide" Target="slides/slide7.xml"/><Relationship Id="rId33" Type="http://schemas.openxmlformats.org/officeDocument/2006/relationships/font" Target="fonts/Rubik-regular.fntdata"/><Relationship Id="rId10" Type="http://schemas.openxmlformats.org/officeDocument/2006/relationships/slide" Target="slides/slide6.xml"/><Relationship Id="rId32" Type="http://schemas.openxmlformats.org/officeDocument/2006/relationships/font" Target="fonts/FiraSansExtraCondensedMedium-boldItalic.fntdata"/><Relationship Id="rId13" Type="http://schemas.openxmlformats.org/officeDocument/2006/relationships/slide" Target="slides/slide9.xml"/><Relationship Id="rId35" Type="http://schemas.openxmlformats.org/officeDocument/2006/relationships/font" Target="fonts/Rubik-italic.fntdata"/><Relationship Id="rId12" Type="http://schemas.openxmlformats.org/officeDocument/2006/relationships/slide" Target="slides/slide8.xml"/><Relationship Id="rId34" Type="http://schemas.openxmlformats.org/officeDocument/2006/relationships/font" Target="fonts/Rubik-bold.fntdata"/><Relationship Id="rId15" Type="http://schemas.openxmlformats.org/officeDocument/2006/relationships/slide" Target="slides/slide11.xml"/><Relationship Id="rId37" Type="http://schemas.openxmlformats.org/officeDocument/2006/relationships/font" Target="fonts/FiraSansExtraCondensed-regular.fntdata"/><Relationship Id="rId14" Type="http://schemas.openxmlformats.org/officeDocument/2006/relationships/slide" Target="slides/slide10.xml"/><Relationship Id="rId36" Type="http://schemas.openxmlformats.org/officeDocument/2006/relationships/font" Target="fonts/Rubik-boldItalic.fntdata"/><Relationship Id="rId17" Type="http://schemas.openxmlformats.org/officeDocument/2006/relationships/slide" Target="slides/slide13.xml"/><Relationship Id="rId39" Type="http://schemas.openxmlformats.org/officeDocument/2006/relationships/font" Target="fonts/FiraSansExtraCondensed-italic.fntdata"/><Relationship Id="rId16" Type="http://schemas.openxmlformats.org/officeDocument/2006/relationships/slide" Target="slides/slide12.xml"/><Relationship Id="rId38" Type="http://schemas.openxmlformats.org/officeDocument/2006/relationships/font" Target="fonts/FiraSansExtraCondensed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fd4471d66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2fd4471d66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244ddff70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244ddff70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244ddff70a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2244ddff70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244ddff70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2244ddff70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244ddff70a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244ddff70a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2f8105b58a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2f8105b58a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f8105b58a9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f8105b58a9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f8105b58a9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f8105b58a9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f8105b58a9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f8105b58a9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244ddff70a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244ddff70a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78ae5f976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78ae5f97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244ddff70a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2244ddff70a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244ddff70a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244ddff70a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f80ffb9e9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f80ffb9e9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f8105b58a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f8105b58a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69100" y="1820750"/>
            <a:ext cx="4268100" cy="15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110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69100" y="3383000"/>
            <a:ext cx="2480400" cy="6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Rubik"/>
                <a:ea typeface="Rubik"/>
                <a:cs typeface="Rubik"/>
                <a:sym typeface="Rubi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305015" y="2009367"/>
            <a:ext cx="3602100" cy="14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6754415" y="1009867"/>
            <a:ext cx="1152300" cy="9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0" sz="6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419915" y="3493692"/>
            <a:ext cx="2486700" cy="705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4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20" name="Google Shape;20;p4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21" name="Google Shape;21;p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" name="Google Shape;43;p4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44" name="Google Shape;44;p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" name="Google Shape;46;p4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47" name="Google Shape;47;p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9" name="Google Shape;49;p4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51" name="Google Shape;51;p4"/>
          <p:cNvSpPr txBox="1"/>
          <p:nvPr>
            <p:ph idx="1" type="body"/>
          </p:nvPr>
        </p:nvSpPr>
        <p:spPr>
          <a:xfrm>
            <a:off x="713225" y="1158501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5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56" name="Google Shape;56;p5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57" name="Google Shape;57;p5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5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" name="Google Shape;62;p5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63" name="Google Shape;63;p5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1" name="Google Shape;81;p5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713225" y="1347000"/>
            <a:ext cx="3858900" cy="25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5"/>
          <p:cNvSpPr txBox="1"/>
          <p:nvPr>
            <p:ph idx="2" type="body"/>
          </p:nvPr>
        </p:nvSpPr>
        <p:spPr>
          <a:xfrm>
            <a:off x="4571675" y="1347000"/>
            <a:ext cx="3858900" cy="25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87" name="Google Shape;87;p6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0" name="Google Shape;90;p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5" name="Google Shape;95;p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6" name="Google Shape;96;p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8" name="Google Shape;98;p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9" name="Google Shape;99;p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2" name="Google Shape;102;p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3" name="Google Shape;103;p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9" name="Google Shape;109;p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10" name="Google Shape;110;p6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111" name="Google Shape;111;p6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12" name="Google Shape;112;p6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13" name="Google Shape;113;p6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114" name="Google Shape;114;p6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116" name="Google Shape;116;p6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118" name="Google Shape;11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7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123" name="Google Shape;123;p7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7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126" name="Google Shape;126;p7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7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7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7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7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7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7" name="Google Shape;147;p7"/>
          <p:cNvSpPr txBox="1"/>
          <p:nvPr>
            <p:ph type="title"/>
          </p:nvPr>
        </p:nvSpPr>
        <p:spPr>
          <a:xfrm>
            <a:off x="712568" y="1388800"/>
            <a:ext cx="4307700" cy="13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8" name="Google Shape;148;p7"/>
          <p:cNvSpPr txBox="1"/>
          <p:nvPr>
            <p:ph idx="1" type="subTitle"/>
          </p:nvPr>
        </p:nvSpPr>
        <p:spPr>
          <a:xfrm>
            <a:off x="712568" y="2628220"/>
            <a:ext cx="4860000" cy="1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9" name="Google Shape;149;p7"/>
          <p:cNvSpPr/>
          <p:nvPr>
            <p:ph idx="2" type="pic"/>
          </p:nvPr>
        </p:nvSpPr>
        <p:spPr>
          <a:xfrm>
            <a:off x="5763458" y="1274475"/>
            <a:ext cx="2608200" cy="2608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0" name="Google Shape;15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3662475" y="2174375"/>
            <a:ext cx="4359000" cy="18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b="1"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9"/>
          <p:cNvGrpSpPr/>
          <p:nvPr/>
        </p:nvGrpSpPr>
        <p:grpSpPr>
          <a:xfrm flipH="1">
            <a:off x="-4654543" y="1551078"/>
            <a:ext cx="13605016" cy="5724229"/>
            <a:chOff x="185623" y="1551078"/>
            <a:chExt cx="13605016" cy="5724229"/>
          </a:xfrm>
        </p:grpSpPr>
        <p:grpSp>
          <p:nvGrpSpPr>
            <p:cNvPr id="156" name="Google Shape;156;p9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" name="Google Shape;179;p9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180" name="Google Shape;180;p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p9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183" name="Google Shape;183;p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5" name="Google Shape;185;p9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7" name="Google Shape;187;p9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8" name="Google Shape;188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>
            <p:ph idx="2" type="pic"/>
          </p:nvPr>
        </p:nvSpPr>
        <p:spPr>
          <a:xfrm>
            <a:off x="-31800" y="-50850"/>
            <a:ext cx="9207600" cy="52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10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192" name="Google Shape;192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/>
          <p:nvPr>
            <p:ph hasCustomPrompt="1" type="title"/>
          </p:nvPr>
        </p:nvSpPr>
        <p:spPr>
          <a:xfrm>
            <a:off x="901613" y="1847944"/>
            <a:ext cx="40005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5" name="Google Shape;195;p11"/>
          <p:cNvSpPr txBox="1"/>
          <p:nvPr>
            <p:ph idx="1" type="subTitle"/>
          </p:nvPr>
        </p:nvSpPr>
        <p:spPr>
          <a:xfrm>
            <a:off x="901613" y="2804585"/>
            <a:ext cx="4694400" cy="462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6" name="Google Shape;196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13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201" name="Google Shape;201;p13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202" name="Google Shape;202;p13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13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5" name="Google Shape;205;p13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206" name="Google Shape;206;p13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3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8" name="Google Shape;208;p13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10" name="Google Shape;210;p13"/>
          <p:cNvSpPr txBox="1"/>
          <p:nvPr>
            <p:ph hasCustomPrompt="1" idx="2" type="title"/>
          </p:nvPr>
        </p:nvSpPr>
        <p:spPr>
          <a:xfrm>
            <a:off x="928183" y="1421625"/>
            <a:ext cx="683100" cy="4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928187" y="1828750"/>
            <a:ext cx="36438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3" type="subTitle"/>
          </p:nvPr>
        </p:nvSpPr>
        <p:spPr>
          <a:xfrm>
            <a:off x="928187" y="2283950"/>
            <a:ext cx="3643800" cy="341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hasCustomPrompt="1" idx="4" type="title"/>
          </p:nvPr>
        </p:nvSpPr>
        <p:spPr>
          <a:xfrm>
            <a:off x="4725409" y="1421625"/>
            <a:ext cx="683100" cy="4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14" name="Google Shape;214;p13"/>
          <p:cNvSpPr txBox="1"/>
          <p:nvPr>
            <p:ph idx="5" type="subTitle"/>
          </p:nvPr>
        </p:nvSpPr>
        <p:spPr>
          <a:xfrm>
            <a:off x="4725412" y="1828750"/>
            <a:ext cx="36438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6" type="subTitle"/>
          </p:nvPr>
        </p:nvSpPr>
        <p:spPr>
          <a:xfrm>
            <a:off x="4725412" y="2283950"/>
            <a:ext cx="3643800" cy="341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hasCustomPrompt="1" idx="7" type="title"/>
          </p:nvPr>
        </p:nvSpPr>
        <p:spPr>
          <a:xfrm>
            <a:off x="928183" y="2965575"/>
            <a:ext cx="683100" cy="4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17" name="Google Shape;217;p13"/>
          <p:cNvSpPr txBox="1"/>
          <p:nvPr>
            <p:ph idx="8" type="subTitle"/>
          </p:nvPr>
        </p:nvSpPr>
        <p:spPr>
          <a:xfrm>
            <a:off x="928187" y="3372700"/>
            <a:ext cx="36438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9" type="subTitle"/>
          </p:nvPr>
        </p:nvSpPr>
        <p:spPr>
          <a:xfrm>
            <a:off x="928187" y="3827900"/>
            <a:ext cx="3643800" cy="341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hasCustomPrompt="1" idx="13" type="title"/>
          </p:nvPr>
        </p:nvSpPr>
        <p:spPr>
          <a:xfrm>
            <a:off x="4725409" y="2965575"/>
            <a:ext cx="683100" cy="4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900"/>
              <a:buNone/>
              <a:defRPr sz="2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220" name="Google Shape;220;p13"/>
          <p:cNvSpPr txBox="1"/>
          <p:nvPr>
            <p:ph idx="14" type="subTitle"/>
          </p:nvPr>
        </p:nvSpPr>
        <p:spPr>
          <a:xfrm>
            <a:off x="4725412" y="3372700"/>
            <a:ext cx="36438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15" type="subTitle"/>
          </p:nvPr>
        </p:nvSpPr>
        <p:spPr>
          <a:xfrm>
            <a:off x="4725412" y="3827900"/>
            <a:ext cx="3643800" cy="341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14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225" name="Google Shape;225;p14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226" name="Google Shape;226;p1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4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229" name="Google Shape;229;p1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1" name="Google Shape;231;p14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232" name="Google Shape;232;p14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4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4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4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4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4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4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4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4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4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4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4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4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4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4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4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4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4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0" name="Google Shape;250;p14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52" name="Google Shape;252;p14"/>
          <p:cNvSpPr txBox="1"/>
          <p:nvPr>
            <p:ph idx="1" type="subTitle"/>
          </p:nvPr>
        </p:nvSpPr>
        <p:spPr>
          <a:xfrm>
            <a:off x="1948175" y="165606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14"/>
          <p:cNvSpPr txBox="1"/>
          <p:nvPr>
            <p:ph idx="2" type="subTitle"/>
          </p:nvPr>
        </p:nvSpPr>
        <p:spPr>
          <a:xfrm>
            <a:off x="1948175" y="2085866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4" name="Google Shape;254;p14"/>
          <p:cNvSpPr txBox="1"/>
          <p:nvPr>
            <p:ph idx="3" type="subTitle"/>
          </p:nvPr>
        </p:nvSpPr>
        <p:spPr>
          <a:xfrm>
            <a:off x="5364475" y="165606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5" name="Google Shape;255;p14"/>
          <p:cNvSpPr txBox="1"/>
          <p:nvPr>
            <p:ph idx="4" type="subTitle"/>
          </p:nvPr>
        </p:nvSpPr>
        <p:spPr>
          <a:xfrm>
            <a:off x="5364475" y="2085866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6" name="Google Shape;256;p14"/>
          <p:cNvSpPr txBox="1"/>
          <p:nvPr>
            <p:ph idx="5" type="subTitle"/>
          </p:nvPr>
        </p:nvSpPr>
        <p:spPr>
          <a:xfrm>
            <a:off x="1948175" y="318927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6" type="subTitle"/>
          </p:nvPr>
        </p:nvSpPr>
        <p:spPr>
          <a:xfrm>
            <a:off x="1948175" y="3619070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7" type="subTitle"/>
          </p:nvPr>
        </p:nvSpPr>
        <p:spPr>
          <a:xfrm>
            <a:off x="5364475" y="318927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8" type="subTitle"/>
          </p:nvPr>
        </p:nvSpPr>
        <p:spPr>
          <a:xfrm>
            <a:off x="5364475" y="3619070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3" name="Google Shape;263;p15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264" name="Google Shape;264;p15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265" name="Google Shape;265;p15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" name="Google Shape;267;p15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268" name="Google Shape;268;p15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5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15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271" name="Google Shape;271;p15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5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5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5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5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5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5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5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5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5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5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9" name="Google Shape;289;p15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290" name="Google Shape;290;p15"/>
          <p:cNvSpPr txBox="1"/>
          <p:nvPr>
            <p:ph idx="1" type="subTitle"/>
          </p:nvPr>
        </p:nvSpPr>
        <p:spPr>
          <a:xfrm>
            <a:off x="1233033" y="1787790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1" name="Google Shape;291;p15"/>
          <p:cNvSpPr txBox="1"/>
          <p:nvPr>
            <p:ph idx="2" type="subTitle"/>
          </p:nvPr>
        </p:nvSpPr>
        <p:spPr>
          <a:xfrm>
            <a:off x="1233033" y="2217594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15"/>
          <p:cNvSpPr txBox="1"/>
          <p:nvPr>
            <p:ph idx="3" type="subTitle"/>
          </p:nvPr>
        </p:nvSpPr>
        <p:spPr>
          <a:xfrm>
            <a:off x="3630986" y="1787790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15"/>
          <p:cNvSpPr txBox="1"/>
          <p:nvPr>
            <p:ph idx="4" type="subTitle"/>
          </p:nvPr>
        </p:nvSpPr>
        <p:spPr>
          <a:xfrm>
            <a:off x="3630986" y="2217594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4" name="Google Shape;294;p15"/>
          <p:cNvSpPr txBox="1"/>
          <p:nvPr>
            <p:ph idx="5" type="subTitle"/>
          </p:nvPr>
        </p:nvSpPr>
        <p:spPr>
          <a:xfrm>
            <a:off x="1233033" y="3369841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15"/>
          <p:cNvSpPr txBox="1"/>
          <p:nvPr>
            <p:ph idx="6" type="subTitle"/>
          </p:nvPr>
        </p:nvSpPr>
        <p:spPr>
          <a:xfrm>
            <a:off x="1233033" y="3799640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6" name="Google Shape;296;p15"/>
          <p:cNvSpPr txBox="1"/>
          <p:nvPr>
            <p:ph idx="7" type="subTitle"/>
          </p:nvPr>
        </p:nvSpPr>
        <p:spPr>
          <a:xfrm>
            <a:off x="3630986" y="3369841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7" name="Google Shape;297;p15"/>
          <p:cNvSpPr txBox="1"/>
          <p:nvPr>
            <p:ph idx="8" type="subTitle"/>
          </p:nvPr>
        </p:nvSpPr>
        <p:spPr>
          <a:xfrm>
            <a:off x="3630986" y="3799640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8" name="Google Shape;298;p15"/>
          <p:cNvSpPr txBox="1"/>
          <p:nvPr>
            <p:ph idx="9" type="subTitle"/>
          </p:nvPr>
        </p:nvSpPr>
        <p:spPr>
          <a:xfrm>
            <a:off x="6028940" y="1787790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9" name="Google Shape;299;p15"/>
          <p:cNvSpPr txBox="1"/>
          <p:nvPr>
            <p:ph idx="13" type="subTitle"/>
          </p:nvPr>
        </p:nvSpPr>
        <p:spPr>
          <a:xfrm>
            <a:off x="6028940" y="2217594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idx="14" type="subTitle"/>
          </p:nvPr>
        </p:nvSpPr>
        <p:spPr>
          <a:xfrm>
            <a:off x="6028940" y="3369841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1" name="Google Shape;301;p15"/>
          <p:cNvSpPr txBox="1"/>
          <p:nvPr>
            <p:ph idx="15" type="subTitle"/>
          </p:nvPr>
        </p:nvSpPr>
        <p:spPr>
          <a:xfrm>
            <a:off x="6028940" y="3799640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n columns">
  <p:cSld name="CUSTOM_2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16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305" name="Google Shape;305;p16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306" name="Google Shape;306;p16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16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310" name="Google Shape;310;p16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2" name="Google Shape;312;p16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314" name="Google Shape;314;p16"/>
          <p:cNvSpPr txBox="1"/>
          <p:nvPr>
            <p:ph idx="1" type="subTitle"/>
          </p:nvPr>
        </p:nvSpPr>
        <p:spPr>
          <a:xfrm>
            <a:off x="1752593" y="1319221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16"/>
          <p:cNvSpPr txBox="1"/>
          <p:nvPr>
            <p:ph idx="2" type="subTitle"/>
          </p:nvPr>
        </p:nvSpPr>
        <p:spPr>
          <a:xfrm>
            <a:off x="1752593" y="1965909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6" name="Google Shape;316;p16"/>
          <p:cNvSpPr txBox="1"/>
          <p:nvPr>
            <p:ph idx="3" type="subTitle"/>
          </p:nvPr>
        </p:nvSpPr>
        <p:spPr>
          <a:xfrm>
            <a:off x="1752593" y="2612596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7" name="Google Shape;317;p16"/>
          <p:cNvSpPr txBox="1"/>
          <p:nvPr>
            <p:ph idx="4" type="subTitle"/>
          </p:nvPr>
        </p:nvSpPr>
        <p:spPr>
          <a:xfrm>
            <a:off x="1752593" y="3259284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8" name="Google Shape;318;p16"/>
          <p:cNvSpPr txBox="1"/>
          <p:nvPr>
            <p:ph idx="5" type="subTitle"/>
          </p:nvPr>
        </p:nvSpPr>
        <p:spPr>
          <a:xfrm>
            <a:off x="1752593" y="3905971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9" name="Google Shape;319;p16"/>
          <p:cNvSpPr txBox="1"/>
          <p:nvPr>
            <p:ph idx="6" type="subTitle"/>
          </p:nvPr>
        </p:nvSpPr>
        <p:spPr>
          <a:xfrm>
            <a:off x="5535168" y="1319221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0" name="Google Shape;320;p16"/>
          <p:cNvSpPr txBox="1"/>
          <p:nvPr>
            <p:ph idx="7" type="subTitle"/>
          </p:nvPr>
        </p:nvSpPr>
        <p:spPr>
          <a:xfrm>
            <a:off x="5535168" y="1965909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1" name="Google Shape;321;p16"/>
          <p:cNvSpPr txBox="1"/>
          <p:nvPr>
            <p:ph idx="8" type="subTitle"/>
          </p:nvPr>
        </p:nvSpPr>
        <p:spPr>
          <a:xfrm>
            <a:off x="5535168" y="2612596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2" name="Google Shape;322;p16"/>
          <p:cNvSpPr txBox="1"/>
          <p:nvPr>
            <p:ph idx="9" type="subTitle"/>
          </p:nvPr>
        </p:nvSpPr>
        <p:spPr>
          <a:xfrm>
            <a:off x="5535168" y="3259284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3" name="Google Shape;323;p16"/>
          <p:cNvSpPr txBox="1"/>
          <p:nvPr>
            <p:ph idx="13" type="subTitle"/>
          </p:nvPr>
        </p:nvSpPr>
        <p:spPr>
          <a:xfrm>
            <a:off x="5535168" y="3905971"/>
            <a:ext cx="2694000" cy="5160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4" name="Google Shape;32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17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327" name="Google Shape;327;p17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328" name="Google Shape;328;p17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29" name="Google Shape;329;p17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1" name="Google Shape;331;p17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2" name="Google Shape;332;p17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3" name="Google Shape;333;p17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4" name="Google Shape;334;p17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5" name="Google Shape;335;p17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6" name="Google Shape;336;p17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7" name="Google Shape;337;p17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8" name="Google Shape;338;p17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39" name="Google Shape;339;p17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0" name="Google Shape;340;p17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1" name="Google Shape;341;p17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2" name="Google Shape;342;p17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3" name="Google Shape;343;p17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4" name="Google Shape;344;p17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5" name="Google Shape;345;p17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6" name="Google Shape;346;p17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7" name="Google Shape;347;p17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8" name="Google Shape;348;p17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49" name="Google Shape;349;p17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50" name="Google Shape;350;p17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351" name="Google Shape;351;p17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353" name="Google Shape;353;p17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354" name="Google Shape;354;p17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356" name="Google Shape;356;p17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"/>
          <p:cNvSpPr txBox="1"/>
          <p:nvPr>
            <p:ph hasCustomPrompt="1" type="title"/>
          </p:nvPr>
        </p:nvSpPr>
        <p:spPr>
          <a:xfrm>
            <a:off x="1289888" y="1014358"/>
            <a:ext cx="32013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58" name="Google Shape;358;p17"/>
          <p:cNvSpPr txBox="1"/>
          <p:nvPr>
            <p:ph idx="1" type="subTitle"/>
          </p:nvPr>
        </p:nvSpPr>
        <p:spPr>
          <a:xfrm>
            <a:off x="1289888" y="1953556"/>
            <a:ext cx="3201300" cy="443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9" name="Google Shape;359;p17"/>
          <p:cNvSpPr txBox="1"/>
          <p:nvPr>
            <p:ph hasCustomPrompt="1" idx="2" type="title"/>
          </p:nvPr>
        </p:nvSpPr>
        <p:spPr>
          <a:xfrm>
            <a:off x="5079313" y="1014358"/>
            <a:ext cx="32013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0" name="Google Shape;360;p17"/>
          <p:cNvSpPr txBox="1"/>
          <p:nvPr>
            <p:ph idx="3" type="subTitle"/>
          </p:nvPr>
        </p:nvSpPr>
        <p:spPr>
          <a:xfrm>
            <a:off x="5079313" y="1953556"/>
            <a:ext cx="3201300" cy="443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1" name="Google Shape;361;p17"/>
          <p:cNvSpPr txBox="1"/>
          <p:nvPr>
            <p:ph hasCustomPrompt="1" idx="4" type="title"/>
          </p:nvPr>
        </p:nvSpPr>
        <p:spPr>
          <a:xfrm>
            <a:off x="1289888" y="2891884"/>
            <a:ext cx="32013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2" name="Google Shape;362;p17"/>
          <p:cNvSpPr txBox="1"/>
          <p:nvPr>
            <p:ph idx="5" type="subTitle"/>
          </p:nvPr>
        </p:nvSpPr>
        <p:spPr>
          <a:xfrm>
            <a:off x="1289888" y="3831083"/>
            <a:ext cx="3201300" cy="443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3" name="Google Shape;363;p17"/>
          <p:cNvSpPr txBox="1"/>
          <p:nvPr>
            <p:ph hasCustomPrompt="1" idx="6" type="title"/>
          </p:nvPr>
        </p:nvSpPr>
        <p:spPr>
          <a:xfrm>
            <a:off x="5079313" y="2891884"/>
            <a:ext cx="32013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4" name="Google Shape;364;p17"/>
          <p:cNvSpPr txBox="1"/>
          <p:nvPr>
            <p:ph idx="7" type="subTitle"/>
          </p:nvPr>
        </p:nvSpPr>
        <p:spPr>
          <a:xfrm>
            <a:off x="5079313" y="3831083"/>
            <a:ext cx="3201300" cy="4434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5" name="Google Shape;365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18"/>
          <p:cNvGrpSpPr/>
          <p:nvPr/>
        </p:nvGrpSpPr>
        <p:grpSpPr>
          <a:xfrm>
            <a:off x="1049536" y="1456947"/>
            <a:ext cx="9644714" cy="6935114"/>
            <a:chOff x="1049536" y="1456947"/>
            <a:chExt cx="9644714" cy="6935114"/>
          </a:xfrm>
        </p:grpSpPr>
        <p:grpSp>
          <p:nvGrpSpPr>
            <p:cNvPr id="368" name="Google Shape;368;p18"/>
            <p:cNvGrpSpPr/>
            <p:nvPr/>
          </p:nvGrpSpPr>
          <p:grpSpPr>
            <a:xfrm rot="1004114">
              <a:off x="1470040" y="4575799"/>
              <a:ext cx="3325019" cy="3409752"/>
              <a:chOff x="7159200" y="2117361"/>
              <a:chExt cx="2271501" cy="2329387"/>
            </a:xfrm>
          </p:grpSpPr>
          <p:sp>
            <p:nvSpPr>
              <p:cNvPr id="369" name="Google Shape;369;p18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2" name="Google Shape;372;p18"/>
            <p:cNvGrpSpPr/>
            <p:nvPr/>
          </p:nvGrpSpPr>
          <p:grpSpPr>
            <a:xfrm>
              <a:off x="8369250" y="1456947"/>
              <a:ext cx="2324999" cy="2229609"/>
              <a:chOff x="5165475" y="-713653"/>
              <a:chExt cx="2324999" cy="2229609"/>
            </a:xfrm>
          </p:grpSpPr>
          <p:sp>
            <p:nvSpPr>
              <p:cNvPr id="373" name="Google Shape;373;p18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8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5" name="Google Shape;375;p18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377" name="Google Shape;37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0" name="Google Shape;380;p19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381" name="Google Shape;381;p19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382" name="Google Shape;382;p1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4" name="Google Shape;384;p19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385" name="Google Shape;385;p1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7" name="Google Shape;387;p19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388" name="Google Shape;388;p19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19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19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9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06" name="Google Shape;406;p19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407" name="Google Shape;407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0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grpSp>
        <p:nvGrpSpPr>
          <p:cNvPr id="410" name="Google Shape;410;p20"/>
          <p:cNvGrpSpPr/>
          <p:nvPr/>
        </p:nvGrpSpPr>
        <p:grpSpPr>
          <a:xfrm flipH="1">
            <a:off x="-4654543" y="1551078"/>
            <a:ext cx="13605016" cy="5724229"/>
            <a:chOff x="185623" y="1551078"/>
            <a:chExt cx="13605016" cy="5724229"/>
          </a:xfrm>
        </p:grpSpPr>
        <p:grpSp>
          <p:nvGrpSpPr>
            <p:cNvPr id="411" name="Google Shape;411;p20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412" name="Google Shape;412;p20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0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0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0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0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0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0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0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0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0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0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0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0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0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0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0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0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0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0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0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0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20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435" name="Google Shape;435;p20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0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7" name="Google Shape;437;p20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438" name="Google Shape;438;p20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0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40" name="Google Shape;440;p20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1"/>
          <p:cNvSpPr/>
          <p:nvPr/>
        </p:nvSpPr>
        <p:spPr>
          <a:xfrm flipH="1">
            <a:off x="2677775" y="368238"/>
            <a:ext cx="5953005" cy="4407033"/>
          </a:xfrm>
          <a:custGeom>
            <a:rect b="b" l="l" r="r" t="t"/>
            <a:pathLst>
              <a:path extrusionOk="0" h="99375" w="130577">
                <a:moveTo>
                  <a:pt x="7149" y="1"/>
                </a:moveTo>
                <a:cubicBezTo>
                  <a:pt x="3204" y="1"/>
                  <a:pt x="0" y="3197"/>
                  <a:pt x="0" y="7142"/>
                </a:cubicBezTo>
                <a:lnTo>
                  <a:pt x="0" y="92234"/>
                </a:lnTo>
                <a:cubicBezTo>
                  <a:pt x="0" y="96178"/>
                  <a:pt x="3204" y="99374"/>
                  <a:pt x="7149" y="99374"/>
                </a:cubicBezTo>
                <a:lnTo>
                  <a:pt x="54195" y="99374"/>
                </a:lnTo>
                <a:cubicBezTo>
                  <a:pt x="74449" y="99374"/>
                  <a:pt x="93883" y="91332"/>
                  <a:pt x="108204" y="77010"/>
                </a:cubicBezTo>
                <a:cubicBezTo>
                  <a:pt x="122526" y="62681"/>
                  <a:pt x="130576" y="43255"/>
                  <a:pt x="130576" y="23001"/>
                </a:cubicBezTo>
                <a:lnTo>
                  <a:pt x="130576" y="7150"/>
                </a:lnTo>
                <a:cubicBezTo>
                  <a:pt x="130576" y="3205"/>
                  <a:pt x="127372" y="1"/>
                  <a:pt x="1234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1"/>
          <p:cNvSpPr txBox="1"/>
          <p:nvPr/>
        </p:nvSpPr>
        <p:spPr>
          <a:xfrm>
            <a:off x="5132825" y="3412502"/>
            <a:ext cx="290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CREDITS:</a:t>
            </a:r>
            <a:r>
              <a:rPr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This presentation template was created by </a:t>
            </a:r>
            <a:r>
              <a:rPr b="1" lang="en" sz="900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, and includes icons by </a:t>
            </a:r>
            <a:r>
              <a:rPr b="1" lang="en" sz="900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 and infographics &amp; images by </a:t>
            </a:r>
            <a:r>
              <a:rPr b="1" lang="en" sz="900" u="sng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900" u="sng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45" name="Google Shape;445;p21"/>
          <p:cNvSpPr txBox="1"/>
          <p:nvPr>
            <p:ph type="title"/>
          </p:nvPr>
        </p:nvSpPr>
        <p:spPr>
          <a:xfrm>
            <a:off x="5132825" y="637616"/>
            <a:ext cx="2906400" cy="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 sz="5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6" name="Google Shape;446;p21"/>
          <p:cNvSpPr txBox="1"/>
          <p:nvPr>
            <p:ph idx="1" type="subTitle"/>
          </p:nvPr>
        </p:nvSpPr>
        <p:spPr>
          <a:xfrm>
            <a:off x="5132825" y="1497926"/>
            <a:ext cx="2906400" cy="1279500"/>
          </a:xfrm>
          <a:prstGeom prst="rect">
            <a:avLst/>
          </a:prstGeom>
          <a:ln>
            <a:noFill/>
          </a:ln>
        </p:spPr>
        <p:txBody>
          <a:bodyPr anchorCtr="0" anchor="t" bIns="0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7" name="Google Shape;44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449;p22"/>
          <p:cNvGrpSpPr/>
          <p:nvPr/>
        </p:nvGrpSpPr>
        <p:grpSpPr>
          <a:xfrm>
            <a:off x="1282800" y="1181425"/>
            <a:ext cx="5419675" cy="3409212"/>
            <a:chOff x="1282800" y="1181425"/>
            <a:chExt cx="5419675" cy="3409212"/>
          </a:xfrm>
        </p:grpSpPr>
        <p:grpSp>
          <p:nvGrpSpPr>
            <p:cNvPr id="450" name="Google Shape;450;p22"/>
            <p:cNvGrpSpPr/>
            <p:nvPr/>
          </p:nvGrpSpPr>
          <p:grpSpPr>
            <a:xfrm>
              <a:off x="5819942" y="4257166"/>
              <a:ext cx="882533" cy="333471"/>
              <a:chOff x="3551575" y="3215125"/>
              <a:chExt cx="389450" cy="147150"/>
            </a:xfrm>
          </p:grpSpPr>
          <p:sp>
            <p:nvSpPr>
              <p:cNvPr id="451" name="Google Shape;451;p2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3" name="Google Shape;473;p22"/>
            <p:cNvGrpSpPr/>
            <p:nvPr/>
          </p:nvGrpSpPr>
          <p:grpSpPr>
            <a:xfrm>
              <a:off x="1282800" y="1181425"/>
              <a:ext cx="722099" cy="407700"/>
              <a:chOff x="1211425" y="918075"/>
              <a:chExt cx="722099" cy="407700"/>
            </a:xfrm>
          </p:grpSpPr>
          <p:sp>
            <p:nvSpPr>
              <p:cNvPr id="474" name="Google Shape;474;p22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22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2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2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2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2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2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2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2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2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2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2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2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2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2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2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2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2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2" name="Google Shape;492;p22"/>
          <p:cNvGrpSpPr/>
          <p:nvPr/>
        </p:nvGrpSpPr>
        <p:grpSpPr>
          <a:xfrm>
            <a:off x="527100" y="368100"/>
            <a:ext cx="7903675" cy="4407033"/>
            <a:chOff x="527100" y="368100"/>
            <a:chExt cx="7903675" cy="4407033"/>
          </a:xfrm>
        </p:grpSpPr>
        <p:sp>
          <p:nvSpPr>
            <p:cNvPr id="493" name="Google Shape;493;p22"/>
            <p:cNvSpPr/>
            <p:nvPr/>
          </p:nvSpPr>
          <p:spPr>
            <a:xfrm>
              <a:off x="527100" y="368100"/>
              <a:ext cx="5953005" cy="4407033"/>
            </a:xfrm>
            <a:custGeom>
              <a:rect b="b" l="l" r="r" t="t"/>
              <a:pathLst>
                <a:path extrusionOk="0" h="99375" w="130577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2"/>
            <p:cNvSpPr/>
            <p:nvPr/>
          </p:nvSpPr>
          <p:spPr>
            <a:xfrm rot="10800000">
              <a:off x="8080473" y="3890000"/>
              <a:ext cx="350302" cy="700625"/>
            </a:xfrm>
            <a:custGeom>
              <a:rect b="b" l="l" r="r" t="t"/>
              <a:pathLst>
                <a:path extrusionOk="0" h="4026" w="2013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5" name="Google Shape;495;p22"/>
          <p:cNvGrpSpPr/>
          <p:nvPr/>
        </p:nvGrpSpPr>
        <p:grpSpPr>
          <a:xfrm>
            <a:off x="2199253" y="-1225893"/>
            <a:ext cx="9985543" cy="8502990"/>
            <a:chOff x="2199253" y="-1225893"/>
            <a:chExt cx="9985543" cy="8502990"/>
          </a:xfrm>
        </p:grpSpPr>
        <p:grpSp>
          <p:nvGrpSpPr>
            <p:cNvPr id="496" name="Google Shape;496;p22"/>
            <p:cNvGrpSpPr/>
            <p:nvPr/>
          </p:nvGrpSpPr>
          <p:grpSpPr>
            <a:xfrm rot="5400000">
              <a:off x="2472099" y="2473657"/>
              <a:ext cx="4530594" cy="5076286"/>
              <a:chOff x="4826000" y="4400753"/>
              <a:chExt cx="4530594" cy="5076286"/>
            </a:xfrm>
          </p:grpSpPr>
          <p:sp>
            <p:nvSpPr>
              <p:cNvPr id="497" name="Google Shape;497;p22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2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9" name="Google Shape;499;p22"/>
            <p:cNvGrpSpPr/>
            <p:nvPr/>
          </p:nvGrpSpPr>
          <p:grpSpPr>
            <a:xfrm rot="-1163065">
              <a:off x="5174738" y="-903253"/>
              <a:ext cx="2324967" cy="2229578"/>
              <a:chOff x="5165475" y="-713653"/>
              <a:chExt cx="2324999" cy="2229609"/>
            </a:xfrm>
          </p:grpSpPr>
          <p:sp>
            <p:nvSpPr>
              <p:cNvPr id="500" name="Google Shape;500;p22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2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2" name="Google Shape;502;p22"/>
            <p:cNvGrpSpPr/>
            <p:nvPr/>
          </p:nvGrpSpPr>
          <p:grpSpPr>
            <a:xfrm rot="-3325703">
              <a:off x="8175152" y="580592"/>
              <a:ext cx="3324971" cy="3409704"/>
              <a:chOff x="7159200" y="2117361"/>
              <a:chExt cx="2271501" cy="2329387"/>
            </a:xfrm>
          </p:grpSpPr>
          <p:sp>
            <p:nvSpPr>
              <p:cNvPr id="503" name="Google Shape;503;p22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2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2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06" name="Google Shape;506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5_1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23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509" name="Google Shape;509;p23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510" name="Google Shape;510;p23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3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3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23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23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23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23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23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23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3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3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3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23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23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23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3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3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23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3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2" name="Google Shape;532;p23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533" name="Google Shape;533;p23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23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5" name="Google Shape;535;p23"/>
            <p:cNvGrpSpPr/>
            <p:nvPr/>
          </p:nvGrpSpPr>
          <p:grpSpPr>
            <a:xfrm flipH="1" rot="-5400000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536" name="Google Shape;536;p23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3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38" name="Google Shape;538;p23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8501"/>
            <a:ext cx="7717500" cy="3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portfolio.ascencia.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4"/>
          <p:cNvSpPr/>
          <p:nvPr/>
        </p:nvSpPr>
        <p:spPr>
          <a:xfrm>
            <a:off x="527100" y="368100"/>
            <a:ext cx="5953005" cy="4407033"/>
          </a:xfrm>
          <a:custGeom>
            <a:rect b="b" l="l" r="r" t="t"/>
            <a:pathLst>
              <a:path extrusionOk="0" h="99375" w="130577">
                <a:moveTo>
                  <a:pt x="7149" y="1"/>
                </a:moveTo>
                <a:cubicBezTo>
                  <a:pt x="3204" y="1"/>
                  <a:pt x="0" y="3197"/>
                  <a:pt x="0" y="7142"/>
                </a:cubicBezTo>
                <a:lnTo>
                  <a:pt x="0" y="92234"/>
                </a:lnTo>
                <a:cubicBezTo>
                  <a:pt x="0" y="96178"/>
                  <a:pt x="3204" y="99374"/>
                  <a:pt x="7149" y="99374"/>
                </a:cubicBezTo>
                <a:lnTo>
                  <a:pt x="54195" y="99374"/>
                </a:lnTo>
                <a:cubicBezTo>
                  <a:pt x="74449" y="99374"/>
                  <a:pt x="93883" y="91332"/>
                  <a:pt x="108204" y="77010"/>
                </a:cubicBezTo>
                <a:cubicBezTo>
                  <a:pt x="122526" y="62681"/>
                  <a:pt x="130576" y="43255"/>
                  <a:pt x="130576" y="23001"/>
                </a:cubicBezTo>
                <a:lnTo>
                  <a:pt x="130576" y="7150"/>
                </a:lnTo>
                <a:cubicBezTo>
                  <a:pt x="130576" y="3205"/>
                  <a:pt x="127372" y="1"/>
                  <a:pt x="1234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5" name="Google Shape;545;p24"/>
          <p:cNvGrpSpPr/>
          <p:nvPr/>
        </p:nvGrpSpPr>
        <p:grpSpPr>
          <a:xfrm>
            <a:off x="1282800" y="1181425"/>
            <a:ext cx="5419675" cy="3409212"/>
            <a:chOff x="1282800" y="1181425"/>
            <a:chExt cx="5419675" cy="3409212"/>
          </a:xfrm>
        </p:grpSpPr>
        <p:grpSp>
          <p:nvGrpSpPr>
            <p:cNvPr id="546" name="Google Shape;546;p24"/>
            <p:cNvGrpSpPr/>
            <p:nvPr/>
          </p:nvGrpSpPr>
          <p:grpSpPr>
            <a:xfrm>
              <a:off x="5819942" y="4257166"/>
              <a:ext cx="882533" cy="333471"/>
              <a:chOff x="3551575" y="3215125"/>
              <a:chExt cx="389450" cy="147150"/>
            </a:xfrm>
          </p:grpSpPr>
          <p:sp>
            <p:nvSpPr>
              <p:cNvPr id="547" name="Google Shape;547;p2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2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2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2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2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2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2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2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2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2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2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2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2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2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2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2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2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9" name="Google Shape;569;p24"/>
            <p:cNvGrpSpPr/>
            <p:nvPr/>
          </p:nvGrpSpPr>
          <p:grpSpPr>
            <a:xfrm>
              <a:off x="1282800" y="1181425"/>
              <a:ext cx="722099" cy="407700"/>
              <a:chOff x="1211425" y="918075"/>
              <a:chExt cx="722099" cy="407700"/>
            </a:xfrm>
          </p:grpSpPr>
          <p:sp>
            <p:nvSpPr>
              <p:cNvPr id="570" name="Google Shape;570;p24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24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24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24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24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4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4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4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4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4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4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4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4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24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4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4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4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4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88" name="Google Shape;588;p24"/>
          <p:cNvGrpSpPr/>
          <p:nvPr/>
        </p:nvGrpSpPr>
        <p:grpSpPr>
          <a:xfrm>
            <a:off x="2199253" y="-1225893"/>
            <a:ext cx="9985543" cy="8502990"/>
            <a:chOff x="2199253" y="-1225893"/>
            <a:chExt cx="9985543" cy="8502990"/>
          </a:xfrm>
        </p:grpSpPr>
        <p:grpSp>
          <p:nvGrpSpPr>
            <p:cNvPr id="589" name="Google Shape;589;p24"/>
            <p:cNvGrpSpPr/>
            <p:nvPr/>
          </p:nvGrpSpPr>
          <p:grpSpPr>
            <a:xfrm rot="5400000">
              <a:off x="2472099" y="2473657"/>
              <a:ext cx="4530594" cy="5076286"/>
              <a:chOff x="4826000" y="4400753"/>
              <a:chExt cx="4530594" cy="5076286"/>
            </a:xfrm>
          </p:grpSpPr>
          <p:sp>
            <p:nvSpPr>
              <p:cNvPr id="590" name="Google Shape;590;p2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2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2" name="Google Shape;592;p24"/>
            <p:cNvGrpSpPr/>
            <p:nvPr/>
          </p:nvGrpSpPr>
          <p:grpSpPr>
            <a:xfrm rot="-1163065">
              <a:off x="5174738" y="-903253"/>
              <a:ext cx="2324967" cy="2229578"/>
              <a:chOff x="5165475" y="-713653"/>
              <a:chExt cx="2324999" cy="2229609"/>
            </a:xfrm>
          </p:grpSpPr>
          <p:sp>
            <p:nvSpPr>
              <p:cNvPr id="593" name="Google Shape;593;p2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2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5" name="Google Shape;595;p24"/>
            <p:cNvGrpSpPr/>
            <p:nvPr/>
          </p:nvGrpSpPr>
          <p:grpSpPr>
            <a:xfrm rot="-3325703">
              <a:off x="8175152" y="580592"/>
              <a:ext cx="3324971" cy="3409704"/>
              <a:chOff x="7159200" y="2117361"/>
              <a:chExt cx="2271501" cy="2329387"/>
            </a:xfrm>
          </p:grpSpPr>
          <p:sp>
            <p:nvSpPr>
              <p:cNvPr id="596" name="Google Shape;596;p24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24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24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99" name="Google Shape;599;p24"/>
          <p:cNvSpPr txBox="1"/>
          <p:nvPr>
            <p:ph type="ctrTitle"/>
          </p:nvPr>
        </p:nvSpPr>
        <p:spPr>
          <a:xfrm>
            <a:off x="940500" y="1820750"/>
            <a:ext cx="5856900" cy="15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lt1"/>
                </a:solidFill>
              </a:rPr>
              <a:t>Titre</a:t>
            </a:r>
            <a:endParaRPr b="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Diapo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00" name="Google Shape;600;p24"/>
          <p:cNvSpPr txBox="1"/>
          <p:nvPr>
            <p:ph idx="1" type="subTitle"/>
          </p:nvPr>
        </p:nvSpPr>
        <p:spPr>
          <a:xfrm>
            <a:off x="940500" y="3390350"/>
            <a:ext cx="2480400" cy="66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AHMED Karim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01" name="Google Shape;60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3700" y="4268888"/>
            <a:ext cx="984976" cy="577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02" name="Google Shape;60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88675" y="4153800"/>
            <a:ext cx="807900" cy="8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5"/>
          <p:cNvSpPr txBox="1"/>
          <p:nvPr>
            <p:ph type="title"/>
          </p:nvPr>
        </p:nvSpPr>
        <p:spPr>
          <a:xfrm>
            <a:off x="125" y="419625"/>
            <a:ext cx="91440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Titre</a:t>
            </a:r>
            <a:r>
              <a:rPr lang="en"/>
              <a:t> </a:t>
            </a:r>
            <a:r>
              <a:rPr b="1" lang="en"/>
              <a:t>Générique</a:t>
            </a:r>
            <a:endParaRPr b="1"/>
          </a:p>
        </p:txBody>
      </p:sp>
      <p:sp>
        <p:nvSpPr>
          <p:cNvPr id="609" name="Google Shape;609;p25"/>
          <p:cNvSpPr txBox="1"/>
          <p:nvPr>
            <p:ph idx="1" type="subTitle"/>
          </p:nvPr>
        </p:nvSpPr>
        <p:spPr>
          <a:xfrm>
            <a:off x="1719575" y="1732250"/>
            <a:ext cx="64827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…</a:t>
            </a:r>
            <a:endParaRPr/>
          </a:p>
        </p:txBody>
      </p:sp>
      <p:sp>
        <p:nvSpPr>
          <p:cNvPr id="610" name="Google Shape;610;p25"/>
          <p:cNvSpPr txBox="1"/>
          <p:nvPr>
            <p:ph idx="5" type="subTitle"/>
          </p:nvPr>
        </p:nvSpPr>
        <p:spPr>
          <a:xfrm>
            <a:off x="1719575" y="2915075"/>
            <a:ext cx="64827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…</a:t>
            </a:r>
            <a:endParaRPr b="1"/>
          </a:p>
        </p:txBody>
      </p:sp>
      <p:sp>
        <p:nvSpPr>
          <p:cNvPr id="611" name="Google Shape;611;p25"/>
          <p:cNvSpPr txBox="1"/>
          <p:nvPr>
            <p:ph idx="7" type="subTitle"/>
          </p:nvPr>
        </p:nvSpPr>
        <p:spPr>
          <a:xfrm>
            <a:off x="1709300" y="3746300"/>
            <a:ext cx="64929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…</a:t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 flipH="1">
            <a:off x="1021625" y="1558809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3" name="Google Shape;613;p25"/>
          <p:cNvGrpSpPr/>
          <p:nvPr/>
        </p:nvGrpSpPr>
        <p:grpSpPr>
          <a:xfrm>
            <a:off x="1302023" y="1518685"/>
            <a:ext cx="360400" cy="374350"/>
            <a:chOff x="1292925" y="238125"/>
            <a:chExt cx="5033525" cy="5228350"/>
          </a:xfrm>
        </p:grpSpPr>
        <p:sp>
          <p:nvSpPr>
            <p:cNvPr id="614" name="Google Shape;614;p25"/>
            <p:cNvSpPr/>
            <p:nvPr/>
          </p:nvSpPr>
          <p:spPr>
            <a:xfrm>
              <a:off x="4991300" y="1473975"/>
              <a:ext cx="1199750" cy="1199725"/>
            </a:xfrm>
            <a:custGeom>
              <a:rect b="b" l="l" r="r" t="t"/>
              <a:pathLst>
                <a:path extrusionOk="0" h="47989" w="47990">
                  <a:moveTo>
                    <a:pt x="47989" y="23994"/>
                  </a:moveTo>
                  <a:cubicBezTo>
                    <a:pt x="47989" y="37254"/>
                    <a:pt x="37254" y="47988"/>
                    <a:pt x="23995" y="47988"/>
                  </a:cubicBezTo>
                  <a:cubicBezTo>
                    <a:pt x="10736" y="47988"/>
                    <a:pt x="1" y="37254"/>
                    <a:pt x="1" y="23994"/>
                  </a:cubicBezTo>
                  <a:cubicBezTo>
                    <a:pt x="1" y="10735"/>
                    <a:pt x="10736" y="0"/>
                    <a:pt x="23995" y="0"/>
                  </a:cubicBezTo>
                  <a:cubicBezTo>
                    <a:pt x="37254" y="0"/>
                    <a:pt x="47989" y="10735"/>
                    <a:pt x="47989" y="23994"/>
                  </a:cubicBezTo>
                  <a:close/>
                  <a:moveTo>
                    <a:pt x="47989" y="23994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5"/>
            <p:cNvSpPr/>
            <p:nvPr/>
          </p:nvSpPr>
          <p:spPr>
            <a:xfrm>
              <a:off x="3365150" y="4047400"/>
              <a:ext cx="306400" cy="418500"/>
            </a:xfrm>
            <a:custGeom>
              <a:rect b="b" l="l" r="r" t="t"/>
              <a:pathLst>
                <a:path extrusionOk="0" h="16740" w="12256">
                  <a:moveTo>
                    <a:pt x="1" y="10612"/>
                  </a:moveTo>
                  <a:cubicBezTo>
                    <a:pt x="1" y="13995"/>
                    <a:pt x="2746" y="16740"/>
                    <a:pt x="6128" y="16740"/>
                  </a:cubicBezTo>
                  <a:cubicBezTo>
                    <a:pt x="9510" y="16740"/>
                    <a:pt x="12255" y="13995"/>
                    <a:pt x="12255" y="10612"/>
                  </a:cubicBezTo>
                  <a:lnTo>
                    <a:pt x="12255" y="0"/>
                  </a:lnTo>
                  <a:lnTo>
                    <a:pt x="1" y="0"/>
                  </a:lnTo>
                  <a:close/>
                  <a:moveTo>
                    <a:pt x="1" y="10612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5"/>
            <p:cNvSpPr/>
            <p:nvPr/>
          </p:nvSpPr>
          <p:spPr>
            <a:xfrm>
              <a:off x="1292925" y="238125"/>
              <a:ext cx="4461850" cy="3502925"/>
            </a:xfrm>
            <a:custGeom>
              <a:rect b="b" l="l" r="r" t="t"/>
              <a:pathLst>
                <a:path extrusionOk="0" h="140117" w="178474">
                  <a:moveTo>
                    <a:pt x="144137" y="96712"/>
                  </a:moveTo>
                  <a:cubicBezTo>
                    <a:pt x="141809" y="93918"/>
                    <a:pt x="139897" y="90731"/>
                    <a:pt x="138451" y="87251"/>
                  </a:cubicBezTo>
                  <a:cubicBezTo>
                    <a:pt x="134775" y="78355"/>
                    <a:pt x="134775" y="68502"/>
                    <a:pt x="138451" y="59605"/>
                  </a:cubicBezTo>
                  <a:cubicBezTo>
                    <a:pt x="144995" y="43797"/>
                    <a:pt x="161710" y="34655"/>
                    <a:pt x="178474" y="37768"/>
                  </a:cubicBezTo>
                  <a:lnTo>
                    <a:pt x="178474" y="6127"/>
                  </a:lnTo>
                  <a:cubicBezTo>
                    <a:pt x="178474" y="2745"/>
                    <a:pt x="175729" y="0"/>
                    <a:pt x="172347" y="0"/>
                  </a:cubicBezTo>
                  <a:lnTo>
                    <a:pt x="6128" y="0"/>
                  </a:lnTo>
                  <a:cubicBezTo>
                    <a:pt x="2746" y="0"/>
                    <a:pt x="1" y="2745"/>
                    <a:pt x="1" y="6127"/>
                  </a:cubicBezTo>
                  <a:lnTo>
                    <a:pt x="1" y="133989"/>
                  </a:lnTo>
                  <a:cubicBezTo>
                    <a:pt x="1" y="137372"/>
                    <a:pt x="2697" y="140117"/>
                    <a:pt x="6104" y="140117"/>
                  </a:cubicBezTo>
                  <a:lnTo>
                    <a:pt x="130290" y="140117"/>
                  </a:lnTo>
                  <a:cubicBezTo>
                    <a:pt x="130265" y="133695"/>
                    <a:pt x="130241" y="127299"/>
                    <a:pt x="130241" y="120877"/>
                  </a:cubicBezTo>
                  <a:cubicBezTo>
                    <a:pt x="130241" y="113402"/>
                    <a:pt x="133280" y="106295"/>
                    <a:pt x="138549" y="101025"/>
                  </a:cubicBezTo>
                  <a:cubicBezTo>
                    <a:pt x="140216" y="99359"/>
                    <a:pt x="142078" y="97913"/>
                    <a:pt x="144137" y="96712"/>
                  </a:cubicBezTo>
                  <a:close/>
                  <a:moveTo>
                    <a:pt x="128255" y="53258"/>
                  </a:moveTo>
                  <a:lnTo>
                    <a:pt x="108918" y="72570"/>
                  </a:lnTo>
                  <a:cubicBezTo>
                    <a:pt x="106541" y="74972"/>
                    <a:pt x="102644" y="74972"/>
                    <a:pt x="100266" y="72570"/>
                  </a:cubicBezTo>
                  <a:lnTo>
                    <a:pt x="84556" y="56860"/>
                  </a:lnTo>
                  <a:lnTo>
                    <a:pt x="51543" y="89874"/>
                  </a:lnTo>
                  <a:cubicBezTo>
                    <a:pt x="49141" y="92251"/>
                    <a:pt x="45269" y="92251"/>
                    <a:pt x="42867" y="89874"/>
                  </a:cubicBezTo>
                  <a:lnTo>
                    <a:pt x="32132" y="79114"/>
                  </a:lnTo>
                  <a:lnTo>
                    <a:pt x="22304" y="88942"/>
                  </a:lnTo>
                  <a:cubicBezTo>
                    <a:pt x="19902" y="91344"/>
                    <a:pt x="16030" y="91344"/>
                    <a:pt x="13628" y="88942"/>
                  </a:cubicBezTo>
                  <a:cubicBezTo>
                    <a:pt x="11250" y="86565"/>
                    <a:pt x="11250" y="82668"/>
                    <a:pt x="13628" y="80291"/>
                  </a:cubicBezTo>
                  <a:lnTo>
                    <a:pt x="27794" y="66125"/>
                  </a:lnTo>
                  <a:cubicBezTo>
                    <a:pt x="30196" y="63723"/>
                    <a:pt x="34068" y="63723"/>
                    <a:pt x="36470" y="66125"/>
                  </a:cubicBezTo>
                  <a:lnTo>
                    <a:pt x="47205" y="76884"/>
                  </a:lnTo>
                  <a:lnTo>
                    <a:pt x="80218" y="43871"/>
                  </a:lnTo>
                  <a:cubicBezTo>
                    <a:pt x="82596" y="41469"/>
                    <a:pt x="86492" y="41469"/>
                    <a:pt x="88870" y="43871"/>
                  </a:cubicBezTo>
                  <a:lnTo>
                    <a:pt x="104604" y="59581"/>
                  </a:lnTo>
                  <a:lnTo>
                    <a:pt x="119604" y="44581"/>
                  </a:lnTo>
                  <a:cubicBezTo>
                    <a:pt x="121981" y="42180"/>
                    <a:pt x="125854" y="42180"/>
                    <a:pt x="128255" y="44581"/>
                  </a:cubicBezTo>
                  <a:cubicBezTo>
                    <a:pt x="130657" y="46983"/>
                    <a:pt x="130657" y="50856"/>
                    <a:pt x="128255" y="53258"/>
                  </a:cubicBezTo>
                  <a:close/>
                  <a:moveTo>
                    <a:pt x="128255" y="53258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5"/>
            <p:cNvSpPr/>
            <p:nvPr/>
          </p:nvSpPr>
          <p:spPr>
            <a:xfrm>
              <a:off x="4855275" y="2864225"/>
              <a:ext cx="1471175" cy="2602250"/>
            </a:xfrm>
            <a:custGeom>
              <a:rect b="b" l="l" r="r" t="t"/>
              <a:pathLst>
                <a:path extrusionOk="0" h="104090" w="58847">
                  <a:moveTo>
                    <a:pt x="54043" y="4657"/>
                  </a:moveTo>
                  <a:cubicBezTo>
                    <a:pt x="51126" y="1814"/>
                    <a:pt x="47131" y="25"/>
                    <a:pt x="42842" y="25"/>
                  </a:cubicBezTo>
                  <a:cubicBezTo>
                    <a:pt x="42083" y="25"/>
                    <a:pt x="20049" y="1"/>
                    <a:pt x="15858" y="1"/>
                  </a:cubicBezTo>
                  <a:cubicBezTo>
                    <a:pt x="7305" y="1"/>
                    <a:pt x="1" y="7280"/>
                    <a:pt x="1" y="15833"/>
                  </a:cubicBezTo>
                  <a:lnTo>
                    <a:pt x="74" y="47376"/>
                  </a:lnTo>
                  <a:cubicBezTo>
                    <a:pt x="74" y="51273"/>
                    <a:pt x="1471" y="54827"/>
                    <a:pt x="3800" y="57596"/>
                  </a:cubicBezTo>
                  <a:cubicBezTo>
                    <a:pt x="5025" y="59042"/>
                    <a:pt x="6520" y="60268"/>
                    <a:pt x="8187" y="61199"/>
                  </a:cubicBezTo>
                  <a:lnTo>
                    <a:pt x="8187" y="97423"/>
                  </a:lnTo>
                  <a:cubicBezTo>
                    <a:pt x="8187" y="97619"/>
                    <a:pt x="8162" y="97791"/>
                    <a:pt x="8162" y="97962"/>
                  </a:cubicBezTo>
                  <a:cubicBezTo>
                    <a:pt x="8162" y="101344"/>
                    <a:pt x="10907" y="104089"/>
                    <a:pt x="14290" y="104089"/>
                  </a:cubicBezTo>
                  <a:lnTo>
                    <a:pt x="44607" y="104065"/>
                  </a:lnTo>
                  <a:cubicBezTo>
                    <a:pt x="47989" y="104065"/>
                    <a:pt x="50710" y="101344"/>
                    <a:pt x="50710" y="97962"/>
                  </a:cubicBezTo>
                  <a:lnTo>
                    <a:pt x="50685" y="61199"/>
                  </a:lnTo>
                  <a:cubicBezTo>
                    <a:pt x="52352" y="60268"/>
                    <a:pt x="53847" y="59042"/>
                    <a:pt x="55072" y="57596"/>
                  </a:cubicBezTo>
                  <a:cubicBezTo>
                    <a:pt x="57401" y="54827"/>
                    <a:pt x="58798" y="51273"/>
                    <a:pt x="58798" y="47376"/>
                  </a:cubicBezTo>
                  <a:cubicBezTo>
                    <a:pt x="58798" y="47376"/>
                    <a:pt x="58847" y="15858"/>
                    <a:pt x="58847" y="15858"/>
                  </a:cubicBezTo>
                  <a:cubicBezTo>
                    <a:pt x="58847" y="11520"/>
                    <a:pt x="56984" y="7549"/>
                    <a:pt x="54043" y="4657"/>
                  </a:cubicBezTo>
                  <a:close/>
                  <a:moveTo>
                    <a:pt x="54043" y="4657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8" name="Google Shape;618;p25"/>
          <p:cNvGrpSpPr/>
          <p:nvPr/>
        </p:nvGrpSpPr>
        <p:grpSpPr>
          <a:xfrm>
            <a:off x="1302017" y="3805770"/>
            <a:ext cx="334911" cy="374350"/>
            <a:chOff x="1476150" y="238125"/>
            <a:chExt cx="4677525" cy="5228350"/>
          </a:xfrm>
        </p:grpSpPr>
        <p:sp>
          <p:nvSpPr>
            <p:cNvPr id="619" name="Google Shape;619;p25"/>
            <p:cNvSpPr/>
            <p:nvPr/>
          </p:nvSpPr>
          <p:spPr>
            <a:xfrm>
              <a:off x="1476150" y="4445650"/>
              <a:ext cx="1511600" cy="1020825"/>
            </a:xfrm>
            <a:custGeom>
              <a:rect b="b" l="l" r="r" t="t"/>
              <a:pathLst>
                <a:path extrusionOk="0" h="40833" w="60464">
                  <a:moveTo>
                    <a:pt x="14803" y="1"/>
                  </a:moveTo>
                  <a:cubicBezTo>
                    <a:pt x="10857" y="1"/>
                    <a:pt x="7132" y="1545"/>
                    <a:pt x="4338" y="4339"/>
                  </a:cubicBezTo>
                  <a:cubicBezTo>
                    <a:pt x="1544" y="7133"/>
                    <a:pt x="0" y="10858"/>
                    <a:pt x="25" y="14780"/>
                  </a:cubicBezTo>
                  <a:lnTo>
                    <a:pt x="49" y="28921"/>
                  </a:lnTo>
                  <a:cubicBezTo>
                    <a:pt x="49" y="31200"/>
                    <a:pt x="1324" y="33308"/>
                    <a:pt x="3358" y="34362"/>
                  </a:cubicBezTo>
                  <a:cubicBezTo>
                    <a:pt x="11617" y="38602"/>
                    <a:pt x="20906" y="40832"/>
                    <a:pt x="30244" y="40832"/>
                  </a:cubicBezTo>
                  <a:cubicBezTo>
                    <a:pt x="39582" y="40832"/>
                    <a:pt x="48871" y="38602"/>
                    <a:pt x="57130" y="34362"/>
                  </a:cubicBezTo>
                  <a:cubicBezTo>
                    <a:pt x="59164" y="33308"/>
                    <a:pt x="60439" y="31200"/>
                    <a:pt x="60439" y="28921"/>
                  </a:cubicBezTo>
                  <a:lnTo>
                    <a:pt x="60463" y="14804"/>
                  </a:lnTo>
                  <a:cubicBezTo>
                    <a:pt x="60463" y="10907"/>
                    <a:pt x="58944" y="7206"/>
                    <a:pt x="56150" y="4412"/>
                  </a:cubicBezTo>
                  <a:cubicBezTo>
                    <a:pt x="53356" y="1618"/>
                    <a:pt x="49483" y="25"/>
                    <a:pt x="45562" y="25"/>
                  </a:cubicBezTo>
                  <a:cubicBezTo>
                    <a:pt x="40464" y="25"/>
                    <a:pt x="19877" y="1"/>
                    <a:pt x="148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5"/>
            <p:cNvSpPr/>
            <p:nvPr/>
          </p:nvSpPr>
          <p:spPr>
            <a:xfrm>
              <a:off x="1682625" y="3212875"/>
              <a:ext cx="1099250" cy="1099225"/>
            </a:xfrm>
            <a:custGeom>
              <a:rect b="b" l="l" r="r" t="t"/>
              <a:pathLst>
                <a:path extrusionOk="0" h="43969" w="43970">
                  <a:moveTo>
                    <a:pt x="21985" y="0"/>
                  </a:moveTo>
                  <a:cubicBezTo>
                    <a:pt x="9853" y="0"/>
                    <a:pt x="1" y="9853"/>
                    <a:pt x="1" y="21984"/>
                  </a:cubicBezTo>
                  <a:cubicBezTo>
                    <a:pt x="1" y="34092"/>
                    <a:pt x="9853" y="43969"/>
                    <a:pt x="21985" y="43969"/>
                  </a:cubicBezTo>
                  <a:cubicBezTo>
                    <a:pt x="34092" y="43969"/>
                    <a:pt x="43969" y="34092"/>
                    <a:pt x="43969" y="21984"/>
                  </a:cubicBezTo>
                  <a:cubicBezTo>
                    <a:pt x="43969" y="9853"/>
                    <a:pt x="34092" y="0"/>
                    <a:pt x="21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5"/>
            <p:cNvSpPr/>
            <p:nvPr/>
          </p:nvSpPr>
          <p:spPr>
            <a:xfrm>
              <a:off x="4642050" y="4445650"/>
              <a:ext cx="1511625" cy="1020825"/>
            </a:xfrm>
            <a:custGeom>
              <a:rect b="b" l="l" r="r" t="t"/>
              <a:pathLst>
                <a:path extrusionOk="0" h="40833" w="60465">
                  <a:moveTo>
                    <a:pt x="14780" y="1"/>
                  </a:moveTo>
                  <a:cubicBezTo>
                    <a:pt x="10834" y="1"/>
                    <a:pt x="7108" y="1545"/>
                    <a:pt x="4314" y="4339"/>
                  </a:cubicBezTo>
                  <a:cubicBezTo>
                    <a:pt x="1520" y="7133"/>
                    <a:pt x="1" y="10858"/>
                    <a:pt x="1" y="14780"/>
                  </a:cubicBezTo>
                  <a:lnTo>
                    <a:pt x="25" y="28921"/>
                  </a:lnTo>
                  <a:cubicBezTo>
                    <a:pt x="25" y="31200"/>
                    <a:pt x="1300" y="33308"/>
                    <a:pt x="3359" y="34362"/>
                  </a:cubicBezTo>
                  <a:cubicBezTo>
                    <a:pt x="11594" y="38602"/>
                    <a:pt x="20882" y="40832"/>
                    <a:pt x="30220" y="40832"/>
                  </a:cubicBezTo>
                  <a:cubicBezTo>
                    <a:pt x="39558" y="40832"/>
                    <a:pt x="48847" y="38602"/>
                    <a:pt x="57106" y="34362"/>
                  </a:cubicBezTo>
                  <a:cubicBezTo>
                    <a:pt x="59141" y="33308"/>
                    <a:pt x="60415" y="31200"/>
                    <a:pt x="60440" y="28921"/>
                  </a:cubicBezTo>
                  <a:lnTo>
                    <a:pt x="60440" y="14804"/>
                  </a:lnTo>
                  <a:cubicBezTo>
                    <a:pt x="60464" y="10907"/>
                    <a:pt x="58920" y="7206"/>
                    <a:pt x="56126" y="4412"/>
                  </a:cubicBezTo>
                  <a:cubicBezTo>
                    <a:pt x="53332" y="1618"/>
                    <a:pt x="49460" y="25"/>
                    <a:pt x="45538" y="25"/>
                  </a:cubicBezTo>
                  <a:cubicBezTo>
                    <a:pt x="40440" y="25"/>
                    <a:pt x="19878" y="1"/>
                    <a:pt x="14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5"/>
            <p:cNvSpPr/>
            <p:nvPr/>
          </p:nvSpPr>
          <p:spPr>
            <a:xfrm>
              <a:off x="4847925" y="3212875"/>
              <a:ext cx="1099250" cy="1099225"/>
            </a:xfrm>
            <a:custGeom>
              <a:rect b="b" l="l" r="r" t="t"/>
              <a:pathLst>
                <a:path extrusionOk="0" h="43969" w="43970">
                  <a:moveTo>
                    <a:pt x="21985" y="0"/>
                  </a:moveTo>
                  <a:cubicBezTo>
                    <a:pt x="9853" y="0"/>
                    <a:pt x="1" y="9853"/>
                    <a:pt x="1" y="21984"/>
                  </a:cubicBezTo>
                  <a:cubicBezTo>
                    <a:pt x="1" y="34092"/>
                    <a:pt x="9853" y="43969"/>
                    <a:pt x="21985" y="43969"/>
                  </a:cubicBezTo>
                  <a:cubicBezTo>
                    <a:pt x="34093" y="43969"/>
                    <a:pt x="43970" y="34092"/>
                    <a:pt x="43970" y="21984"/>
                  </a:cubicBezTo>
                  <a:cubicBezTo>
                    <a:pt x="43970" y="9853"/>
                    <a:pt x="34093" y="0"/>
                    <a:pt x="21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5"/>
            <p:cNvSpPr/>
            <p:nvPr/>
          </p:nvSpPr>
          <p:spPr>
            <a:xfrm>
              <a:off x="3661100" y="238125"/>
              <a:ext cx="306375" cy="487125"/>
            </a:xfrm>
            <a:custGeom>
              <a:rect b="b" l="l" r="r" t="t"/>
              <a:pathLst>
                <a:path extrusionOk="0" h="19485" w="12255">
                  <a:moveTo>
                    <a:pt x="6128" y="0"/>
                  </a:moveTo>
                  <a:cubicBezTo>
                    <a:pt x="2745" y="0"/>
                    <a:pt x="0" y="2745"/>
                    <a:pt x="0" y="6127"/>
                  </a:cubicBezTo>
                  <a:lnTo>
                    <a:pt x="0" y="13357"/>
                  </a:lnTo>
                  <a:cubicBezTo>
                    <a:pt x="0" y="16739"/>
                    <a:pt x="2745" y="19484"/>
                    <a:pt x="6128" y="19484"/>
                  </a:cubicBezTo>
                  <a:cubicBezTo>
                    <a:pt x="9510" y="19484"/>
                    <a:pt x="12255" y="16739"/>
                    <a:pt x="12255" y="13357"/>
                  </a:cubicBezTo>
                  <a:lnTo>
                    <a:pt x="12255" y="6127"/>
                  </a:lnTo>
                  <a:cubicBezTo>
                    <a:pt x="12255" y="2745"/>
                    <a:pt x="9510" y="0"/>
                    <a:pt x="6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5"/>
            <p:cNvSpPr/>
            <p:nvPr/>
          </p:nvSpPr>
          <p:spPr>
            <a:xfrm>
              <a:off x="5036650" y="1795025"/>
              <a:ext cx="487150" cy="306400"/>
            </a:xfrm>
            <a:custGeom>
              <a:rect b="b" l="l" r="r" t="t"/>
              <a:pathLst>
                <a:path extrusionOk="0" h="12256" w="19486">
                  <a:moveTo>
                    <a:pt x="6128" y="1"/>
                  </a:moveTo>
                  <a:cubicBezTo>
                    <a:pt x="2746" y="1"/>
                    <a:pt x="1" y="2721"/>
                    <a:pt x="1" y="6128"/>
                  </a:cubicBezTo>
                  <a:cubicBezTo>
                    <a:pt x="1" y="9510"/>
                    <a:pt x="2746" y="12255"/>
                    <a:pt x="6128" y="12255"/>
                  </a:cubicBezTo>
                  <a:lnTo>
                    <a:pt x="13358" y="12255"/>
                  </a:lnTo>
                  <a:cubicBezTo>
                    <a:pt x="16765" y="12255"/>
                    <a:pt x="19485" y="9510"/>
                    <a:pt x="19485" y="6128"/>
                  </a:cubicBezTo>
                  <a:cubicBezTo>
                    <a:pt x="19485" y="2721"/>
                    <a:pt x="16765" y="1"/>
                    <a:pt x="13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5"/>
            <p:cNvSpPr/>
            <p:nvPr/>
          </p:nvSpPr>
          <p:spPr>
            <a:xfrm>
              <a:off x="2104175" y="1795025"/>
              <a:ext cx="487150" cy="306400"/>
            </a:xfrm>
            <a:custGeom>
              <a:rect b="b" l="l" r="r" t="t"/>
              <a:pathLst>
                <a:path extrusionOk="0" h="12256" w="19486">
                  <a:moveTo>
                    <a:pt x="6128" y="1"/>
                  </a:moveTo>
                  <a:cubicBezTo>
                    <a:pt x="2746" y="1"/>
                    <a:pt x="1" y="2721"/>
                    <a:pt x="1" y="6128"/>
                  </a:cubicBezTo>
                  <a:cubicBezTo>
                    <a:pt x="1" y="9510"/>
                    <a:pt x="2746" y="12255"/>
                    <a:pt x="6128" y="12255"/>
                  </a:cubicBezTo>
                  <a:lnTo>
                    <a:pt x="13358" y="12255"/>
                  </a:lnTo>
                  <a:cubicBezTo>
                    <a:pt x="16740" y="12255"/>
                    <a:pt x="19485" y="9510"/>
                    <a:pt x="19485" y="6128"/>
                  </a:cubicBezTo>
                  <a:cubicBezTo>
                    <a:pt x="19485" y="2721"/>
                    <a:pt x="16740" y="1"/>
                    <a:pt x="13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2291050" y="1016550"/>
              <a:ext cx="506750" cy="396775"/>
            </a:xfrm>
            <a:custGeom>
              <a:rect b="b" l="l" r="r" t="t"/>
              <a:pathLst>
                <a:path extrusionOk="0" h="15871" w="20270">
                  <a:moveTo>
                    <a:pt x="7007" y="1"/>
                  </a:moveTo>
                  <a:cubicBezTo>
                    <a:pt x="4886" y="1"/>
                    <a:pt x="2826" y="1097"/>
                    <a:pt x="1692" y="3053"/>
                  </a:cubicBezTo>
                  <a:cubicBezTo>
                    <a:pt x="1" y="5994"/>
                    <a:pt x="1006" y="9744"/>
                    <a:pt x="3947" y="11435"/>
                  </a:cubicBezTo>
                  <a:lnTo>
                    <a:pt x="10196" y="15038"/>
                  </a:lnTo>
                  <a:cubicBezTo>
                    <a:pt x="11177" y="15601"/>
                    <a:pt x="12231" y="15871"/>
                    <a:pt x="13260" y="15871"/>
                  </a:cubicBezTo>
                  <a:cubicBezTo>
                    <a:pt x="15368" y="15871"/>
                    <a:pt x="17426" y="14768"/>
                    <a:pt x="18578" y="12807"/>
                  </a:cubicBezTo>
                  <a:cubicBezTo>
                    <a:pt x="20270" y="9866"/>
                    <a:pt x="19265" y="6116"/>
                    <a:pt x="16324" y="4425"/>
                  </a:cubicBezTo>
                  <a:lnTo>
                    <a:pt x="10074" y="822"/>
                  </a:lnTo>
                  <a:cubicBezTo>
                    <a:pt x="9105" y="265"/>
                    <a:pt x="8048" y="1"/>
                    <a:pt x="70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5"/>
            <p:cNvSpPr/>
            <p:nvPr/>
          </p:nvSpPr>
          <p:spPr>
            <a:xfrm>
              <a:off x="2860875" y="446725"/>
              <a:ext cx="440575" cy="462950"/>
            </a:xfrm>
            <a:custGeom>
              <a:rect b="b" l="l" r="r" t="t"/>
              <a:pathLst>
                <a:path extrusionOk="0" h="18518" w="17623">
                  <a:moveTo>
                    <a:pt x="6997" y="1"/>
                  </a:moveTo>
                  <a:cubicBezTo>
                    <a:pt x="5959" y="1"/>
                    <a:pt x="4908" y="265"/>
                    <a:pt x="3947" y="822"/>
                  </a:cubicBezTo>
                  <a:cubicBezTo>
                    <a:pt x="1006" y="2513"/>
                    <a:pt x="1" y="6263"/>
                    <a:pt x="1692" y="9180"/>
                  </a:cubicBezTo>
                  <a:lnTo>
                    <a:pt x="5319" y="15454"/>
                  </a:lnTo>
                  <a:cubicBezTo>
                    <a:pt x="6447" y="17415"/>
                    <a:pt x="8505" y="18518"/>
                    <a:pt x="10613" y="18518"/>
                  </a:cubicBezTo>
                  <a:cubicBezTo>
                    <a:pt x="11667" y="18518"/>
                    <a:pt x="12721" y="18248"/>
                    <a:pt x="13677" y="17684"/>
                  </a:cubicBezTo>
                  <a:cubicBezTo>
                    <a:pt x="16618" y="15993"/>
                    <a:pt x="17623" y="12243"/>
                    <a:pt x="15932" y="9327"/>
                  </a:cubicBezTo>
                  <a:lnTo>
                    <a:pt x="12304" y="3053"/>
                  </a:lnTo>
                  <a:cubicBezTo>
                    <a:pt x="11170" y="1097"/>
                    <a:pt x="9111" y="1"/>
                    <a:pt x="69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5"/>
            <p:cNvSpPr/>
            <p:nvPr/>
          </p:nvSpPr>
          <p:spPr>
            <a:xfrm>
              <a:off x="4327125" y="446725"/>
              <a:ext cx="440575" cy="462950"/>
            </a:xfrm>
            <a:custGeom>
              <a:rect b="b" l="l" r="r" t="t"/>
              <a:pathLst>
                <a:path extrusionOk="0" h="18518" w="17623">
                  <a:moveTo>
                    <a:pt x="10626" y="1"/>
                  </a:moveTo>
                  <a:cubicBezTo>
                    <a:pt x="8513" y="1"/>
                    <a:pt x="6453" y="1097"/>
                    <a:pt x="5319" y="3053"/>
                  </a:cubicBezTo>
                  <a:lnTo>
                    <a:pt x="1692" y="9327"/>
                  </a:lnTo>
                  <a:cubicBezTo>
                    <a:pt x="0" y="12243"/>
                    <a:pt x="1005" y="15993"/>
                    <a:pt x="3946" y="17684"/>
                  </a:cubicBezTo>
                  <a:cubicBezTo>
                    <a:pt x="4902" y="18248"/>
                    <a:pt x="5956" y="18518"/>
                    <a:pt x="6985" y="18518"/>
                  </a:cubicBezTo>
                  <a:cubicBezTo>
                    <a:pt x="9118" y="18518"/>
                    <a:pt x="11176" y="17415"/>
                    <a:pt x="12304" y="15454"/>
                  </a:cubicBezTo>
                  <a:lnTo>
                    <a:pt x="15931" y="9180"/>
                  </a:lnTo>
                  <a:cubicBezTo>
                    <a:pt x="17622" y="6263"/>
                    <a:pt x="16617" y="2513"/>
                    <a:pt x="13676" y="822"/>
                  </a:cubicBezTo>
                  <a:cubicBezTo>
                    <a:pt x="12716" y="265"/>
                    <a:pt x="11664" y="1"/>
                    <a:pt x="106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4830775" y="1016550"/>
              <a:ext cx="506750" cy="396775"/>
            </a:xfrm>
            <a:custGeom>
              <a:rect b="b" l="l" r="r" t="t"/>
              <a:pathLst>
                <a:path extrusionOk="0" h="15871" w="20270">
                  <a:moveTo>
                    <a:pt x="13258" y="1"/>
                  </a:moveTo>
                  <a:cubicBezTo>
                    <a:pt x="12219" y="1"/>
                    <a:pt x="11165" y="265"/>
                    <a:pt x="10196" y="822"/>
                  </a:cubicBezTo>
                  <a:lnTo>
                    <a:pt x="3947" y="4425"/>
                  </a:lnTo>
                  <a:cubicBezTo>
                    <a:pt x="1005" y="6116"/>
                    <a:pt x="1" y="9866"/>
                    <a:pt x="1692" y="12807"/>
                  </a:cubicBezTo>
                  <a:cubicBezTo>
                    <a:pt x="2819" y="14768"/>
                    <a:pt x="4878" y="15871"/>
                    <a:pt x="7010" y="15871"/>
                  </a:cubicBezTo>
                  <a:cubicBezTo>
                    <a:pt x="8039" y="15871"/>
                    <a:pt x="9093" y="15601"/>
                    <a:pt x="10074" y="15038"/>
                  </a:cubicBezTo>
                  <a:lnTo>
                    <a:pt x="16323" y="11435"/>
                  </a:lnTo>
                  <a:cubicBezTo>
                    <a:pt x="19265" y="9744"/>
                    <a:pt x="20269" y="5994"/>
                    <a:pt x="18578" y="3053"/>
                  </a:cubicBezTo>
                  <a:cubicBezTo>
                    <a:pt x="17428" y="1097"/>
                    <a:pt x="15374" y="1"/>
                    <a:pt x="13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4830775" y="2482800"/>
              <a:ext cx="506750" cy="396775"/>
            </a:xfrm>
            <a:custGeom>
              <a:rect b="b" l="l" r="r" t="t"/>
              <a:pathLst>
                <a:path extrusionOk="0" h="15871" w="20270">
                  <a:moveTo>
                    <a:pt x="7006" y="0"/>
                  </a:moveTo>
                  <a:cubicBezTo>
                    <a:pt x="4886" y="0"/>
                    <a:pt x="2826" y="1096"/>
                    <a:pt x="1692" y="3052"/>
                  </a:cubicBezTo>
                  <a:cubicBezTo>
                    <a:pt x="1" y="5993"/>
                    <a:pt x="1005" y="9743"/>
                    <a:pt x="3947" y="11434"/>
                  </a:cubicBezTo>
                  <a:lnTo>
                    <a:pt x="10196" y="15037"/>
                  </a:lnTo>
                  <a:cubicBezTo>
                    <a:pt x="11152" y="15601"/>
                    <a:pt x="12206" y="15870"/>
                    <a:pt x="13260" y="15870"/>
                  </a:cubicBezTo>
                  <a:cubicBezTo>
                    <a:pt x="15368" y="15870"/>
                    <a:pt x="17426" y="14767"/>
                    <a:pt x="18578" y="12807"/>
                  </a:cubicBezTo>
                  <a:cubicBezTo>
                    <a:pt x="20269" y="9866"/>
                    <a:pt x="19265" y="6116"/>
                    <a:pt x="16323" y="4425"/>
                  </a:cubicBezTo>
                  <a:lnTo>
                    <a:pt x="10074" y="822"/>
                  </a:lnTo>
                  <a:cubicBezTo>
                    <a:pt x="9105" y="265"/>
                    <a:pt x="8048" y="0"/>
                    <a:pt x="7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5"/>
            <p:cNvSpPr/>
            <p:nvPr/>
          </p:nvSpPr>
          <p:spPr>
            <a:xfrm>
              <a:off x="2291050" y="2482800"/>
              <a:ext cx="506750" cy="396775"/>
            </a:xfrm>
            <a:custGeom>
              <a:rect b="b" l="l" r="r" t="t"/>
              <a:pathLst>
                <a:path extrusionOk="0" h="15871" w="20270">
                  <a:moveTo>
                    <a:pt x="13264" y="0"/>
                  </a:moveTo>
                  <a:cubicBezTo>
                    <a:pt x="12222" y="0"/>
                    <a:pt x="11165" y="265"/>
                    <a:pt x="10196" y="822"/>
                  </a:cubicBezTo>
                  <a:lnTo>
                    <a:pt x="3947" y="4425"/>
                  </a:lnTo>
                  <a:cubicBezTo>
                    <a:pt x="1006" y="6116"/>
                    <a:pt x="1" y="9866"/>
                    <a:pt x="1692" y="12807"/>
                  </a:cubicBezTo>
                  <a:cubicBezTo>
                    <a:pt x="2844" y="14767"/>
                    <a:pt x="4903" y="15870"/>
                    <a:pt x="7010" y="15870"/>
                  </a:cubicBezTo>
                  <a:cubicBezTo>
                    <a:pt x="8040" y="15870"/>
                    <a:pt x="9094" y="15601"/>
                    <a:pt x="10074" y="15037"/>
                  </a:cubicBezTo>
                  <a:lnTo>
                    <a:pt x="16324" y="11434"/>
                  </a:lnTo>
                  <a:cubicBezTo>
                    <a:pt x="19265" y="9743"/>
                    <a:pt x="20270" y="5993"/>
                    <a:pt x="18578" y="3052"/>
                  </a:cubicBezTo>
                  <a:cubicBezTo>
                    <a:pt x="17444" y="1096"/>
                    <a:pt x="15385" y="0"/>
                    <a:pt x="132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5"/>
            <p:cNvSpPr/>
            <p:nvPr/>
          </p:nvSpPr>
          <p:spPr>
            <a:xfrm>
              <a:off x="2683800" y="814675"/>
              <a:ext cx="2260975" cy="2139650"/>
            </a:xfrm>
            <a:custGeom>
              <a:rect b="b" l="l" r="r" t="t"/>
              <a:pathLst>
                <a:path extrusionOk="0" h="85586" w="90439">
                  <a:moveTo>
                    <a:pt x="45220" y="1"/>
                  </a:moveTo>
                  <a:cubicBezTo>
                    <a:pt x="20270" y="1"/>
                    <a:pt x="1" y="20294"/>
                    <a:pt x="1" y="45219"/>
                  </a:cubicBezTo>
                  <a:cubicBezTo>
                    <a:pt x="1" y="61812"/>
                    <a:pt x="9045" y="77056"/>
                    <a:pt x="23627" y="84973"/>
                  </a:cubicBezTo>
                  <a:cubicBezTo>
                    <a:pt x="23946" y="85144"/>
                    <a:pt x="24167" y="85365"/>
                    <a:pt x="24338" y="85585"/>
                  </a:cubicBezTo>
                  <a:lnTo>
                    <a:pt x="39166" y="85585"/>
                  </a:lnTo>
                  <a:cubicBezTo>
                    <a:pt x="39117" y="85291"/>
                    <a:pt x="39092" y="84973"/>
                    <a:pt x="39092" y="84654"/>
                  </a:cubicBezTo>
                  <a:lnTo>
                    <a:pt x="39092" y="57033"/>
                  </a:lnTo>
                  <a:lnTo>
                    <a:pt x="31813" y="49754"/>
                  </a:lnTo>
                  <a:cubicBezTo>
                    <a:pt x="29436" y="47352"/>
                    <a:pt x="29436" y="43479"/>
                    <a:pt x="31813" y="41077"/>
                  </a:cubicBezTo>
                  <a:cubicBezTo>
                    <a:pt x="33014" y="39889"/>
                    <a:pt x="34583" y="39294"/>
                    <a:pt x="36151" y="39294"/>
                  </a:cubicBezTo>
                  <a:cubicBezTo>
                    <a:pt x="37720" y="39294"/>
                    <a:pt x="39288" y="39889"/>
                    <a:pt x="40489" y="41077"/>
                  </a:cubicBezTo>
                  <a:lnTo>
                    <a:pt x="45220" y="45808"/>
                  </a:lnTo>
                  <a:lnTo>
                    <a:pt x="49950" y="41077"/>
                  </a:lnTo>
                  <a:cubicBezTo>
                    <a:pt x="51138" y="39889"/>
                    <a:pt x="52707" y="39294"/>
                    <a:pt x="54276" y="39294"/>
                  </a:cubicBezTo>
                  <a:cubicBezTo>
                    <a:pt x="55844" y="39294"/>
                    <a:pt x="57413" y="39889"/>
                    <a:pt x="58601" y="41077"/>
                  </a:cubicBezTo>
                  <a:cubicBezTo>
                    <a:pt x="61003" y="43479"/>
                    <a:pt x="61003" y="47352"/>
                    <a:pt x="58601" y="49754"/>
                  </a:cubicBezTo>
                  <a:lnTo>
                    <a:pt x="51347" y="57033"/>
                  </a:lnTo>
                  <a:lnTo>
                    <a:pt x="51347" y="84654"/>
                  </a:lnTo>
                  <a:cubicBezTo>
                    <a:pt x="51347" y="84973"/>
                    <a:pt x="51322" y="85291"/>
                    <a:pt x="51273" y="85585"/>
                  </a:cubicBezTo>
                  <a:lnTo>
                    <a:pt x="66101" y="85585"/>
                  </a:lnTo>
                  <a:cubicBezTo>
                    <a:pt x="66273" y="85365"/>
                    <a:pt x="66493" y="85144"/>
                    <a:pt x="66812" y="84973"/>
                  </a:cubicBezTo>
                  <a:cubicBezTo>
                    <a:pt x="81395" y="77056"/>
                    <a:pt x="90438" y="61812"/>
                    <a:pt x="90438" y="45219"/>
                  </a:cubicBezTo>
                  <a:cubicBezTo>
                    <a:pt x="90438" y="20294"/>
                    <a:pt x="70145" y="1"/>
                    <a:pt x="452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3299600" y="3260650"/>
              <a:ext cx="1029375" cy="511050"/>
            </a:xfrm>
            <a:custGeom>
              <a:rect b="b" l="l" r="r" t="t"/>
              <a:pathLst>
                <a:path extrusionOk="0" h="20442" w="41175">
                  <a:moveTo>
                    <a:pt x="0" y="1"/>
                  </a:moveTo>
                  <a:cubicBezTo>
                    <a:pt x="98" y="11299"/>
                    <a:pt x="9289" y="20441"/>
                    <a:pt x="20588" y="20441"/>
                  </a:cubicBezTo>
                  <a:cubicBezTo>
                    <a:pt x="31886" y="20441"/>
                    <a:pt x="41077" y="11299"/>
                    <a:pt x="411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4" name="Google Shape;634;p25"/>
          <p:cNvGrpSpPr/>
          <p:nvPr/>
        </p:nvGrpSpPr>
        <p:grpSpPr>
          <a:xfrm>
            <a:off x="1295045" y="2707845"/>
            <a:ext cx="374350" cy="374350"/>
            <a:chOff x="1190625" y="238125"/>
            <a:chExt cx="5228350" cy="5228350"/>
          </a:xfrm>
        </p:grpSpPr>
        <p:sp>
          <p:nvSpPr>
            <p:cNvPr id="635" name="Google Shape;635;p25"/>
            <p:cNvSpPr/>
            <p:nvPr/>
          </p:nvSpPr>
          <p:spPr>
            <a:xfrm>
              <a:off x="1190625" y="2699400"/>
              <a:ext cx="1305725" cy="306400"/>
            </a:xfrm>
            <a:custGeom>
              <a:rect b="b" l="l" r="r" t="t"/>
              <a:pathLst>
                <a:path extrusionOk="0" h="12256" w="52229">
                  <a:moveTo>
                    <a:pt x="6127" y="1"/>
                  </a:moveTo>
                  <a:cubicBezTo>
                    <a:pt x="2745" y="1"/>
                    <a:pt x="0" y="2746"/>
                    <a:pt x="0" y="6128"/>
                  </a:cubicBezTo>
                  <a:cubicBezTo>
                    <a:pt x="0" y="9510"/>
                    <a:pt x="2745" y="12255"/>
                    <a:pt x="6127" y="12255"/>
                  </a:cubicBezTo>
                  <a:lnTo>
                    <a:pt x="52228" y="12255"/>
                  </a:lnTo>
                  <a:cubicBezTo>
                    <a:pt x="52008" y="10245"/>
                    <a:pt x="51885" y="8187"/>
                    <a:pt x="51885" y="6128"/>
                  </a:cubicBezTo>
                  <a:cubicBezTo>
                    <a:pt x="51885" y="4045"/>
                    <a:pt x="52008" y="2010"/>
                    <a:pt x="52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5"/>
            <p:cNvSpPr/>
            <p:nvPr/>
          </p:nvSpPr>
          <p:spPr>
            <a:xfrm>
              <a:off x="4265250" y="778525"/>
              <a:ext cx="1613925" cy="1614550"/>
            </a:xfrm>
            <a:custGeom>
              <a:rect b="b" l="l" r="r" t="t"/>
              <a:pathLst>
                <a:path extrusionOk="0" h="64582" w="64557">
                  <a:moveTo>
                    <a:pt x="0" y="1"/>
                  </a:moveTo>
                  <a:lnTo>
                    <a:pt x="0" y="33578"/>
                  </a:lnTo>
                  <a:cubicBezTo>
                    <a:pt x="7157" y="36249"/>
                    <a:pt x="13553" y="40416"/>
                    <a:pt x="18847" y="45685"/>
                  </a:cubicBezTo>
                  <a:cubicBezTo>
                    <a:pt x="24141" y="51003"/>
                    <a:pt x="28308" y="57425"/>
                    <a:pt x="30979" y="64581"/>
                  </a:cubicBezTo>
                  <a:lnTo>
                    <a:pt x="64556" y="64581"/>
                  </a:lnTo>
                  <a:cubicBezTo>
                    <a:pt x="61002" y="48479"/>
                    <a:pt x="52890" y="34117"/>
                    <a:pt x="41665" y="22867"/>
                  </a:cubicBezTo>
                  <a:cubicBezTo>
                    <a:pt x="30440" y="11642"/>
                    <a:pt x="16078" y="3555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5"/>
            <p:cNvSpPr/>
            <p:nvPr/>
          </p:nvSpPr>
          <p:spPr>
            <a:xfrm>
              <a:off x="3652525" y="238125"/>
              <a:ext cx="306375" cy="1305725"/>
            </a:xfrm>
            <a:custGeom>
              <a:rect b="b" l="l" r="r" t="t"/>
              <a:pathLst>
                <a:path extrusionOk="0" h="52229" w="12255">
                  <a:moveTo>
                    <a:pt x="6103" y="0"/>
                  </a:moveTo>
                  <a:cubicBezTo>
                    <a:pt x="2966" y="0"/>
                    <a:pt x="368" y="2353"/>
                    <a:pt x="0" y="5392"/>
                  </a:cubicBezTo>
                  <a:lnTo>
                    <a:pt x="0" y="52228"/>
                  </a:lnTo>
                  <a:cubicBezTo>
                    <a:pt x="2010" y="51983"/>
                    <a:pt x="4044" y="51885"/>
                    <a:pt x="6103" y="51885"/>
                  </a:cubicBezTo>
                  <a:cubicBezTo>
                    <a:pt x="8186" y="51885"/>
                    <a:pt x="10245" y="52008"/>
                    <a:pt x="12255" y="52228"/>
                  </a:cubicBezTo>
                  <a:cubicBezTo>
                    <a:pt x="12255" y="36837"/>
                    <a:pt x="12230" y="21494"/>
                    <a:pt x="12230" y="6127"/>
                  </a:cubicBezTo>
                  <a:cubicBezTo>
                    <a:pt x="12230" y="2745"/>
                    <a:pt x="9485" y="0"/>
                    <a:pt x="6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5"/>
            <p:cNvSpPr/>
            <p:nvPr/>
          </p:nvSpPr>
          <p:spPr>
            <a:xfrm>
              <a:off x="2794100" y="1841600"/>
              <a:ext cx="2022000" cy="2022000"/>
            </a:xfrm>
            <a:custGeom>
              <a:rect b="b" l="l" r="r" t="t"/>
              <a:pathLst>
                <a:path extrusionOk="0" h="80880" w="80880">
                  <a:moveTo>
                    <a:pt x="40440" y="0"/>
                  </a:moveTo>
                  <a:cubicBezTo>
                    <a:pt x="18088" y="0"/>
                    <a:pt x="0" y="18088"/>
                    <a:pt x="0" y="40440"/>
                  </a:cubicBezTo>
                  <a:cubicBezTo>
                    <a:pt x="0" y="62767"/>
                    <a:pt x="18088" y="80879"/>
                    <a:pt x="40440" y="80879"/>
                  </a:cubicBezTo>
                  <a:cubicBezTo>
                    <a:pt x="62718" y="80879"/>
                    <a:pt x="80879" y="62743"/>
                    <a:pt x="80879" y="40440"/>
                  </a:cubicBezTo>
                  <a:cubicBezTo>
                    <a:pt x="80879" y="18137"/>
                    <a:pt x="62718" y="0"/>
                    <a:pt x="404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5"/>
            <p:cNvSpPr/>
            <p:nvPr/>
          </p:nvSpPr>
          <p:spPr>
            <a:xfrm>
              <a:off x="1730425" y="777925"/>
              <a:ext cx="1615750" cy="1615150"/>
            </a:xfrm>
            <a:custGeom>
              <a:rect b="b" l="l" r="r" t="t"/>
              <a:pathLst>
                <a:path extrusionOk="0" h="64606" w="64630">
                  <a:moveTo>
                    <a:pt x="64630" y="0"/>
                  </a:moveTo>
                  <a:cubicBezTo>
                    <a:pt x="48552" y="3554"/>
                    <a:pt x="34141" y="11642"/>
                    <a:pt x="22891" y="22891"/>
                  </a:cubicBezTo>
                  <a:cubicBezTo>
                    <a:pt x="11666" y="34141"/>
                    <a:pt x="3554" y="48503"/>
                    <a:pt x="0" y="64605"/>
                  </a:cubicBezTo>
                  <a:lnTo>
                    <a:pt x="33577" y="64605"/>
                  </a:lnTo>
                  <a:cubicBezTo>
                    <a:pt x="36249" y="57449"/>
                    <a:pt x="40415" y="51027"/>
                    <a:pt x="45709" y="45709"/>
                  </a:cubicBezTo>
                  <a:cubicBezTo>
                    <a:pt x="51027" y="40415"/>
                    <a:pt x="57473" y="36224"/>
                    <a:pt x="64630" y="33553"/>
                  </a:cubicBezTo>
                  <a:lnTo>
                    <a:pt x="64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5"/>
            <p:cNvSpPr/>
            <p:nvPr/>
          </p:nvSpPr>
          <p:spPr>
            <a:xfrm>
              <a:off x="4265250" y="3312125"/>
              <a:ext cx="1613925" cy="1613925"/>
            </a:xfrm>
            <a:custGeom>
              <a:rect b="b" l="l" r="r" t="t"/>
              <a:pathLst>
                <a:path extrusionOk="0" h="64557" w="64557">
                  <a:moveTo>
                    <a:pt x="30979" y="1"/>
                  </a:moveTo>
                  <a:cubicBezTo>
                    <a:pt x="28308" y="7157"/>
                    <a:pt x="24141" y="13578"/>
                    <a:pt x="18847" y="18872"/>
                  </a:cubicBezTo>
                  <a:cubicBezTo>
                    <a:pt x="13553" y="24166"/>
                    <a:pt x="7157" y="28333"/>
                    <a:pt x="0" y="31004"/>
                  </a:cubicBezTo>
                  <a:lnTo>
                    <a:pt x="0" y="64557"/>
                  </a:lnTo>
                  <a:cubicBezTo>
                    <a:pt x="16078" y="61027"/>
                    <a:pt x="30440" y="52915"/>
                    <a:pt x="41665" y="41690"/>
                  </a:cubicBezTo>
                  <a:cubicBezTo>
                    <a:pt x="52890" y="30440"/>
                    <a:pt x="61002" y="16078"/>
                    <a:pt x="645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5"/>
            <p:cNvSpPr/>
            <p:nvPr/>
          </p:nvSpPr>
          <p:spPr>
            <a:xfrm>
              <a:off x="1730425" y="3312125"/>
              <a:ext cx="1615750" cy="1614550"/>
            </a:xfrm>
            <a:custGeom>
              <a:rect b="b" l="l" r="r" t="t"/>
              <a:pathLst>
                <a:path extrusionOk="0" h="64582" w="64630">
                  <a:moveTo>
                    <a:pt x="0" y="1"/>
                  </a:moveTo>
                  <a:cubicBezTo>
                    <a:pt x="3554" y="16078"/>
                    <a:pt x="11666" y="30440"/>
                    <a:pt x="22891" y="41690"/>
                  </a:cubicBezTo>
                  <a:cubicBezTo>
                    <a:pt x="34141" y="52939"/>
                    <a:pt x="48552" y="61052"/>
                    <a:pt x="64630" y="64581"/>
                  </a:cubicBezTo>
                  <a:lnTo>
                    <a:pt x="64630" y="31029"/>
                  </a:lnTo>
                  <a:cubicBezTo>
                    <a:pt x="57473" y="28357"/>
                    <a:pt x="51027" y="24191"/>
                    <a:pt x="45709" y="18872"/>
                  </a:cubicBezTo>
                  <a:cubicBezTo>
                    <a:pt x="40415" y="13578"/>
                    <a:pt x="36249" y="7157"/>
                    <a:pt x="3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5"/>
            <p:cNvSpPr/>
            <p:nvPr/>
          </p:nvSpPr>
          <p:spPr>
            <a:xfrm>
              <a:off x="5113250" y="2699400"/>
              <a:ext cx="1305725" cy="306400"/>
            </a:xfrm>
            <a:custGeom>
              <a:rect b="b" l="l" r="r" t="t"/>
              <a:pathLst>
                <a:path extrusionOk="0" h="12256" w="52229">
                  <a:moveTo>
                    <a:pt x="0" y="1"/>
                  </a:moveTo>
                  <a:cubicBezTo>
                    <a:pt x="245" y="2010"/>
                    <a:pt x="368" y="4045"/>
                    <a:pt x="368" y="6128"/>
                  </a:cubicBezTo>
                  <a:cubicBezTo>
                    <a:pt x="368" y="8187"/>
                    <a:pt x="245" y="10245"/>
                    <a:pt x="0" y="12255"/>
                  </a:cubicBezTo>
                  <a:lnTo>
                    <a:pt x="46101" y="12255"/>
                  </a:lnTo>
                  <a:cubicBezTo>
                    <a:pt x="49483" y="12255"/>
                    <a:pt x="52228" y="9510"/>
                    <a:pt x="52228" y="6128"/>
                  </a:cubicBezTo>
                  <a:cubicBezTo>
                    <a:pt x="52228" y="2746"/>
                    <a:pt x="49508" y="1"/>
                    <a:pt x="46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5"/>
            <p:cNvSpPr/>
            <p:nvPr/>
          </p:nvSpPr>
          <p:spPr>
            <a:xfrm>
              <a:off x="3652525" y="4160750"/>
              <a:ext cx="306375" cy="1305725"/>
            </a:xfrm>
            <a:custGeom>
              <a:rect b="b" l="l" r="r" t="t"/>
              <a:pathLst>
                <a:path extrusionOk="0" h="52229" w="12255">
                  <a:moveTo>
                    <a:pt x="0" y="0"/>
                  </a:moveTo>
                  <a:lnTo>
                    <a:pt x="0" y="46836"/>
                  </a:lnTo>
                  <a:cubicBezTo>
                    <a:pt x="368" y="49876"/>
                    <a:pt x="2966" y="52228"/>
                    <a:pt x="6103" y="52228"/>
                  </a:cubicBezTo>
                  <a:cubicBezTo>
                    <a:pt x="9485" y="52228"/>
                    <a:pt x="12230" y="49483"/>
                    <a:pt x="12230" y="46101"/>
                  </a:cubicBezTo>
                  <a:cubicBezTo>
                    <a:pt x="12230" y="30734"/>
                    <a:pt x="12255" y="15416"/>
                    <a:pt x="12255" y="0"/>
                  </a:cubicBezTo>
                  <a:lnTo>
                    <a:pt x="12255" y="0"/>
                  </a:lnTo>
                  <a:cubicBezTo>
                    <a:pt x="10245" y="245"/>
                    <a:pt x="8186" y="368"/>
                    <a:pt x="6103" y="368"/>
                  </a:cubicBezTo>
                  <a:cubicBezTo>
                    <a:pt x="4044" y="368"/>
                    <a:pt x="2010" y="245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4" name="Google Shape;644;p25"/>
          <p:cNvSpPr/>
          <p:nvPr/>
        </p:nvSpPr>
        <p:spPr>
          <a:xfrm flipH="1">
            <a:off x="1021625" y="2741619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5"/>
          <p:cNvSpPr/>
          <p:nvPr/>
        </p:nvSpPr>
        <p:spPr>
          <a:xfrm flipH="1">
            <a:off x="1021625" y="3877644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7" name="Google Shape;6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650" y="4375500"/>
            <a:ext cx="1176524" cy="37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0165" y="4273923"/>
            <a:ext cx="1062735" cy="5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3" name="Google Shape;653;p26"/>
          <p:cNvGrpSpPr/>
          <p:nvPr/>
        </p:nvGrpSpPr>
        <p:grpSpPr>
          <a:xfrm>
            <a:off x="710321" y="368238"/>
            <a:ext cx="7920460" cy="4407033"/>
            <a:chOff x="710321" y="368238"/>
            <a:chExt cx="7920460" cy="4407033"/>
          </a:xfrm>
        </p:grpSpPr>
        <p:sp>
          <p:nvSpPr>
            <p:cNvPr id="654" name="Google Shape;654;p26"/>
            <p:cNvSpPr/>
            <p:nvPr/>
          </p:nvSpPr>
          <p:spPr>
            <a:xfrm flipH="1">
              <a:off x="2677775" y="368238"/>
              <a:ext cx="5953005" cy="4407033"/>
            </a:xfrm>
            <a:custGeom>
              <a:rect b="b" l="l" r="r" t="t"/>
              <a:pathLst>
                <a:path extrusionOk="0" h="99375" w="130577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6"/>
            <p:cNvSpPr/>
            <p:nvPr/>
          </p:nvSpPr>
          <p:spPr>
            <a:xfrm rot="10800000">
              <a:off x="710321" y="3890000"/>
              <a:ext cx="350302" cy="700625"/>
            </a:xfrm>
            <a:custGeom>
              <a:rect b="b" l="l" r="r" t="t"/>
              <a:pathLst>
                <a:path extrusionOk="0" h="4026" w="2013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6" name="Google Shape;656;p26"/>
          <p:cNvSpPr txBox="1"/>
          <p:nvPr>
            <p:ph type="title"/>
          </p:nvPr>
        </p:nvSpPr>
        <p:spPr>
          <a:xfrm>
            <a:off x="2764450" y="2009375"/>
            <a:ext cx="5142900" cy="14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>
                <a:solidFill>
                  <a:schemeClr val="lt1"/>
                </a:solidFill>
              </a:rPr>
              <a:t>Titre</a:t>
            </a:r>
            <a:endParaRPr b="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Génerique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57" name="Google Shape;657;p26"/>
          <p:cNvSpPr txBox="1"/>
          <p:nvPr>
            <p:ph idx="2" type="title"/>
          </p:nvPr>
        </p:nvSpPr>
        <p:spPr>
          <a:xfrm>
            <a:off x="6754415" y="1009867"/>
            <a:ext cx="1152300" cy="9741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02</a:t>
            </a:r>
            <a:endParaRPr b="1"/>
          </a:p>
        </p:txBody>
      </p:sp>
      <p:grpSp>
        <p:nvGrpSpPr>
          <p:cNvPr id="658" name="Google Shape;658;p26"/>
          <p:cNvGrpSpPr/>
          <p:nvPr/>
        </p:nvGrpSpPr>
        <p:grpSpPr>
          <a:xfrm>
            <a:off x="1254948" y="829025"/>
            <a:ext cx="2561448" cy="2522537"/>
            <a:chOff x="1254948" y="829025"/>
            <a:chExt cx="2561448" cy="2522537"/>
          </a:xfrm>
        </p:grpSpPr>
        <p:grpSp>
          <p:nvGrpSpPr>
            <p:cNvPr id="659" name="Google Shape;659;p26"/>
            <p:cNvGrpSpPr/>
            <p:nvPr/>
          </p:nvGrpSpPr>
          <p:grpSpPr>
            <a:xfrm flipH="1">
              <a:off x="1254948" y="3018091"/>
              <a:ext cx="882533" cy="333471"/>
              <a:chOff x="3551575" y="3215125"/>
              <a:chExt cx="389450" cy="147150"/>
            </a:xfrm>
          </p:grpSpPr>
          <p:sp>
            <p:nvSpPr>
              <p:cNvPr id="660" name="Google Shape;660;p2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2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2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2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2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2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2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2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2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2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2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2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2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2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2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2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2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2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2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2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2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2" name="Google Shape;682;p26"/>
            <p:cNvGrpSpPr/>
            <p:nvPr/>
          </p:nvGrpSpPr>
          <p:grpSpPr>
            <a:xfrm flipH="1">
              <a:off x="3094297" y="829025"/>
              <a:ext cx="722099" cy="407700"/>
              <a:chOff x="1211425" y="918075"/>
              <a:chExt cx="722099" cy="407700"/>
            </a:xfrm>
          </p:grpSpPr>
          <p:sp>
            <p:nvSpPr>
              <p:cNvPr id="683" name="Google Shape;683;p26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26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26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26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26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26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26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26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26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26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26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26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26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26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26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26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26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26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01" name="Google Shape;701;p26"/>
          <p:cNvGrpSpPr/>
          <p:nvPr/>
        </p:nvGrpSpPr>
        <p:grpSpPr>
          <a:xfrm>
            <a:off x="685904" y="-2339247"/>
            <a:ext cx="6632641" cy="10060256"/>
            <a:chOff x="685904" y="-2339247"/>
            <a:chExt cx="6632641" cy="10060256"/>
          </a:xfrm>
        </p:grpSpPr>
        <p:grpSp>
          <p:nvGrpSpPr>
            <p:cNvPr id="702" name="Google Shape;702;p26"/>
            <p:cNvGrpSpPr/>
            <p:nvPr/>
          </p:nvGrpSpPr>
          <p:grpSpPr>
            <a:xfrm rot="-5400000">
              <a:off x="1527805" y="-2612093"/>
              <a:ext cx="4530594" cy="5076286"/>
              <a:chOff x="4826000" y="4400753"/>
              <a:chExt cx="4530594" cy="5076286"/>
            </a:xfrm>
          </p:grpSpPr>
          <p:sp>
            <p:nvSpPr>
              <p:cNvPr id="703" name="Google Shape;703;p26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26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5" name="Google Shape;705;p26"/>
            <p:cNvGrpSpPr/>
            <p:nvPr/>
          </p:nvGrpSpPr>
          <p:grpSpPr>
            <a:xfrm flipH="1" rot="-2006149">
              <a:off x="4571687" y="-1036201"/>
              <a:ext cx="2324989" cy="2229599"/>
              <a:chOff x="5165475" y="-713653"/>
              <a:chExt cx="2324999" cy="2229609"/>
            </a:xfrm>
          </p:grpSpPr>
          <p:sp>
            <p:nvSpPr>
              <p:cNvPr id="706" name="Google Shape;706;p26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26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8" name="Google Shape;708;p26"/>
            <p:cNvGrpSpPr/>
            <p:nvPr/>
          </p:nvGrpSpPr>
          <p:grpSpPr>
            <a:xfrm flipH="1" rot="490164">
              <a:off x="911290" y="4092424"/>
              <a:ext cx="3324918" cy="3409649"/>
              <a:chOff x="7159200" y="2117361"/>
              <a:chExt cx="2271501" cy="2329387"/>
            </a:xfrm>
          </p:grpSpPr>
          <p:sp>
            <p:nvSpPr>
              <p:cNvPr id="709" name="Google Shape;709;p26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26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26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712" name="Google Shape;71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525" y="3579650"/>
            <a:ext cx="1238575" cy="12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7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Problématique</a:t>
            </a:r>
            <a:endParaRPr b="1"/>
          </a:p>
        </p:txBody>
      </p:sp>
      <p:sp>
        <p:nvSpPr>
          <p:cNvPr id="719" name="Google Shape;719;p27"/>
          <p:cNvSpPr txBox="1"/>
          <p:nvPr/>
        </p:nvSpPr>
        <p:spPr>
          <a:xfrm>
            <a:off x="713225" y="1178400"/>
            <a:ext cx="771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…</a:t>
            </a:r>
            <a:r>
              <a:rPr lang="en">
                <a:solidFill>
                  <a:schemeClr val="dk1"/>
                </a:solidFill>
              </a:rPr>
              <a:t> 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0" name="Google Shape;720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8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Titre</a:t>
            </a:r>
            <a:r>
              <a:rPr lang="en"/>
              <a:t> </a:t>
            </a:r>
            <a:r>
              <a:rPr b="1" lang="en"/>
              <a:t>encore</a:t>
            </a:r>
            <a:r>
              <a:rPr lang="en"/>
              <a:t> plus générique</a:t>
            </a:r>
            <a:endParaRPr b="1"/>
          </a:p>
        </p:txBody>
      </p:sp>
      <p:sp>
        <p:nvSpPr>
          <p:cNvPr id="726" name="Google Shape;726;p28"/>
          <p:cNvSpPr/>
          <p:nvPr/>
        </p:nvSpPr>
        <p:spPr>
          <a:xfrm>
            <a:off x="5499775" y="1442088"/>
            <a:ext cx="211200" cy="21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8"/>
          <p:cNvSpPr/>
          <p:nvPr/>
        </p:nvSpPr>
        <p:spPr>
          <a:xfrm>
            <a:off x="5499775" y="2687363"/>
            <a:ext cx="211200" cy="21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8"/>
          <p:cNvSpPr/>
          <p:nvPr/>
        </p:nvSpPr>
        <p:spPr>
          <a:xfrm>
            <a:off x="5793650" y="1676587"/>
            <a:ext cx="2276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Pour gérer le développement de la solution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29" name="Google Shape;729;p28"/>
          <p:cNvSpPr txBox="1"/>
          <p:nvPr/>
        </p:nvSpPr>
        <p:spPr>
          <a:xfrm>
            <a:off x="5793650" y="1337900"/>
            <a:ext cx="33504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Méthodologies agiles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0" name="Google Shape;730;p28"/>
          <p:cNvSpPr/>
          <p:nvPr/>
        </p:nvSpPr>
        <p:spPr>
          <a:xfrm>
            <a:off x="5793650" y="2926487"/>
            <a:ext cx="2276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Vers Vercel et Expo.dev</a:t>
            </a:r>
            <a:endParaRPr sz="1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31" name="Google Shape;731;p28"/>
          <p:cNvSpPr txBox="1"/>
          <p:nvPr/>
        </p:nvSpPr>
        <p:spPr>
          <a:xfrm>
            <a:off x="5793650" y="2587775"/>
            <a:ext cx="3463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CI/CD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</a:t>
            </a: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: Github Actions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2" name="Google Shape;732;p28"/>
          <p:cNvSpPr txBox="1"/>
          <p:nvPr/>
        </p:nvSpPr>
        <p:spPr>
          <a:xfrm>
            <a:off x="5499775" y="3632500"/>
            <a:ext cx="25707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* CI/CD : Continuous Integration/Continuous Delivery ou </a:t>
            </a:r>
            <a:r>
              <a:rPr b="1" lang="en"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Intégration Continue/Livraison Continue</a:t>
            </a:r>
            <a:endParaRPr b="1" sz="900" u="sng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733" name="Google Shape;73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625" y="1442100"/>
            <a:ext cx="2570699" cy="8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3263" y="2848975"/>
            <a:ext cx="1582926" cy="82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0623" y="2382666"/>
            <a:ext cx="759100" cy="7591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6" name="Google Shape;736;p28"/>
          <p:cNvCxnSpPr/>
          <p:nvPr/>
        </p:nvCxnSpPr>
        <p:spPr>
          <a:xfrm>
            <a:off x="2801631" y="2097287"/>
            <a:ext cx="489000" cy="400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7" name="Google Shape;737;p28"/>
          <p:cNvCxnSpPr>
            <a:stCxn id="733" idx="2"/>
          </p:cNvCxnSpPr>
          <p:nvPr/>
        </p:nvCxnSpPr>
        <p:spPr>
          <a:xfrm>
            <a:off x="1748975" y="2299000"/>
            <a:ext cx="229800" cy="650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38" name="Google Shape;738;p28" title="2024-06-09_17-4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1700" y="3622375"/>
            <a:ext cx="2351952" cy="1204178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9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Étapes </a:t>
            </a:r>
            <a:r>
              <a:rPr b="1" lang="en"/>
              <a:t>clés</a:t>
            </a:r>
            <a:endParaRPr b="1"/>
          </a:p>
        </p:txBody>
      </p:sp>
      <p:sp>
        <p:nvSpPr>
          <p:cNvPr id="745" name="Google Shape;745;p29"/>
          <p:cNvSpPr txBox="1"/>
          <p:nvPr>
            <p:ph idx="1" type="subTitle"/>
          </p:nvPr>
        </p:nvSpPr>
        <p:spPr>
          <a:xfrm>
            <a:off x="1233033" y="1787790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Boilerplate</a:t>
            </a:r>
            <a:endParaRPr/>
          </a:p>
        </p:txBody>
      </p:sp>
      <p:sp>
        <p:nvSpPr>
          <p:cNvPr id="746" name="Google Shape;746;p29"/>
          <p:cNvSpPr txBox="1"/>
          <p:nvPr>
            <p:ph idx="2" type="subTitle"/>
          </p:nvPr>
        </p:nvSpPr>
        <p:spPr>
          <a:xfrm>
            <a:off x="1233033" y="2217594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T3 stack</a:t>
            </a:r>
            <a:endParaRPr/>
          </a:p>
        </p:txBody>
      </p:sp>
      <p:sp>
        <p:nvSpPr>
          <p:cNvPr id="747" name="Google Shape;747;p29"/>
          <p:cNvSpPr txBox="1"/>
          <p:nvPr>
            <p:ph idx="3" type="subTitle"/>
          </p:nvPr>
        </p:nvSpPr>
        <p:spPr>
          <a:xfrm>
            <a:off x="3630986" y="1787790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Dévelop</a:t>
            </a:r>
            <a:r>
              <a:rPr lang="en" sz="1700"/>
              <a:t>t</a:t>
            </a:r>
            <a:endParaRPr sz="1700"/>
          </a:p>
        </p:txBody>
      </p:sp>
      <p:sp>
        <p:nvSpPr>
          <p:cNvPr id="748" name="Google Shape;748;p29"/>
          <p:cNvSpPr txBox="1"/>
          <p:nvPr>
            <p:ph idx="4" type="subTitle"/>
          </p:nvPr>
        </p:nvSpPr>
        <p:spPr>
          <a:xfrm>
            <a:off x="3630986" y="2217594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Expo Universal</a:t>
            </a:r>
            <a:endParaRPr/>
          </a:p>
        </p:txBody>
      </p:sp>
      <p:sp>
        <p:nvSpPr>
          <p:cNvPr id="749" name="Google Shape;749;p29"/>
          <p:cNvSpPr txBox="1"/>
          <p:nvPr>
            <p:ph idx="5" type="subTitle"/>
          </p:nvPr>
        </p:nvSpPr>
        <p:spPr>
          <a:xfrm>
            <a:off x="1233033" y="3369841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Adaptation</a:t>
            </a:r>
            <a:endParaRPr/>
          </a:p>
        </p:txBody>
      </p:sp>
      <p:sp>
        <p:nvSpPr>
          <p:cNvPr id="750" name="Google Shape;750;p29"/>
          <p:cNvSpPr txBox="1"/>
          <p:nvPr>
            <p:ph idx="6" type="subTitle"/>
          </p:nvPr>
        </p:nvSpPr>
        <p:spPr>
          <a:xfrm>
            <a:off x="1233033" y="3799640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React-Native, Expo</a:t>
            </a:r>
            <a:endParaRPr/>
          </a:p>
        </p:txBody>
      </p:sp>
      <p:sp>
        <p:nvSpPr>
          <p:cNvPr id="751" name="Google Shape;751;p29"/>
          <p:cNvSpPr txBox="1"/>
          <p:nvPr>
            <p:ph idx="7" type="subTitle"/>
          </p:nvPr>
        </p:nvSpPr>
        <p:spPr>
          <a:xfrm>
            <a:off x="3630986" y="3369841"/>
            <a:ext cx="20754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O</a:t>
            </a:r>
            <a:r>
              <a:rPr lang="en"/>
              <a:t>ptimisation</a:t>
            </a:r>
            <a:endParaRPr/>
          </a:p>
        </p:txBody>
      </p:sp>
      <p:sp>
        <p:nvSpPr>
          <p:cNvPr id="752" name="Google Shape;752;p29"/>
          <p:cNvSpPr txBox="1"/>
          <p:nvPr>
            <p:ph idx="8" type="subTitle"/>
          </p:nvPr>
        </p:nvSpPr>
        <p:spPr>
          <a:xfrm>
            <a:off x="3630986" y="3799640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Code source (production)</a:t>
            </a:r>
            <a:endParaRPr/>
          </a:p>
        </p:txBody>
      </p:sp>
      <p:sp>
        <p:nvSpPr>
          <p:cNvPr id="753" name="Google Shape;753;p29"/>
          <p:cNvSpPr txBox="1"/>
          <p:nvPr>
            <p:ph idx="9" type="subTitle"/>
          </p:nvPr>
        </p:nvSpPr>
        <p:spPr>
          <a:xfrm>
            <a:off x="6028952" y="1787800"/>
            <a:ext cx="24792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Performance</a:t>
            </a:r>
            <a:endParaRPr/>
          </a:p>
        </p:txBody>
      </p:sp>
      <p:sp>
        <p:nvSpPr>
          <p:cNvPr id="754" name="Google Shape;754;p29"/>
          <p:cNvSpPr txBox="1"/>
          <p:nvPr>
            <p:ph idx="13" type="subTitle"/>
          </p:nvPr>
        </p:nvSpPr>
        <p:spPr>
          <a:xfrm>
            <a:off x="6028940" y="2217594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Qualité de code</a:t>
            </a:r>
            <a:endParaRPr/>
          </a:p>
        </p:txBody>
      </p:sp>
      <p:sp>
        <p:nvSpPr>
          <p:cNvPr id="755" name="Google Shape;755;p29"/>
          <p:cNvSpPr txBox="1"/>
          <p:nvPr>
            <p:ph idx="14" type="subTitle"/>
          </p:nvPr>
        </p:nvSpPr>
        <p:spPr>
          <a:xfrm>
            <a:off x="6028951" y="3369850"/>
            <a:ext cx="22719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Compatibilité</a:t>
            </a:r>
            <a:endParaRPr/>
          </a:p>
        </p:txBody>
      </p:sp>
      <p:sp>
        <p:nvSpPr>
          <p:cNvPr id="756" name="Google Shape;756;p29"/>
          <p:cNvSpPr txBox="1"/>
          <p:nvPr>
            <p:ph idx="15" type="subTitle"/>
          </p:nvPr>
        </p:nvSpPr>
        <p:spPr>
          <a:xfrm>
            <a:off x="6028940" y="3799640"/>
            <a:ext cx="20754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React-Native, Expo, Tailwind CSS</a:t>
            </a:r>
            <a:endParaRPr/>
          </a:p>
        </p:txBody>
      </p:sp>
      <p:sp>
        <p:nvSpPr>
          <p:cNvPr id="757" name="Google Shape;757;p29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8" name="Google Shape;758;p29"/>
          <p:cNvGrpSpPr/>
          <p:nvPr/>
        </p:nvGrpSpPr>
        <p:grpSpPr>
          <a:xfrm>
            <a:off x="1350050" y="1423837"/>
            <a:ext cx="343990" cy="348731"/>
            <a:chOff x="1221250" y="238125"/>
            <a:chExt cx="5157275" cy="5228350"/>
          </a:xfrm>
        </p:grpSpPr>
        <p:sp>
          <p:nvSpPr>
            <p:cNvPr id="759" name="Google Shape;759;p29"/>
            <p:cNvSpPr/>
            <p:nvPr/>
          </p:nvSpPr>
          <p:spPr>
            <a:xfrm>
              <a:off x="1392200" y="820200"/>
              <a:ext cx="1362100" cy="1362100"/>
            </a:xfrm>
            <a:custGeom>
              <a:rect b="b" l="l" r="r" t="t"/>
              <a:pathLst>
                <a:path extrusionOk="0" h="54484" w="54484">
                  <a:moveTo>
                    <a:pt x="27254" y="0"/>
                  </a:moveTo>
                  <a:cubicBezTo>
                    <a:pt x="12230" y="0"/>
                    <a:pt x="0" y="12230"/>
                    <a:pt x="0" y="27254"/>
                  </a:cubicBezTo>
                  <a:cubicBezTo>
                    <a:pt x="0" y="42278"/>
                    <a:pt x="12230" y="54483"/>
                    <a:pt x="27254" y="54483"/>
                  </a:cubicBezTo>
                  <a:cubicBezTo>
                    <a:pt x="42278" y="54483"/>
                    <a:pt x="54483" y="42278"/>
                    <a:pt x="54483" y="27254"/>
                  </a:cubicBezTo>
                  <a:cubicBezTo>
                    <a:pt x="54483" y="12230"/>
                    <a:pt x="42278" y="0"/>
                    <a:pt x="272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9"/>
            <p:cNvSpPr/>
            <p:nvPr/>
          </p:nvSpPr>
          <p:spPr>
            <a:xfrm>
              <a:off x="3477900" y="238125"/>
              <a:ext cx="2900625" cy="5228350"/>
            </a:xfrm>
            <a:custGeom>
              <a:rect b="b" l="l" r="r" t="t"/>
              <a:pathLst>
                <a:path extrusionOk="0" h="209134" w="116025">
                  <a:moveTo>
                    <a:pt x="6127" y="0"/>
                  </a:moveTo>
                  <a:cubicBezTo>
                    <a:pt x="2745" y="0"/>
                    <a:pt x="0" y="2745"/>
                    <a:pt x="0" y="6127"/>
                  </a:cubicBezTo>
                  <a:lnTo>
                    <a:pt x="0" y="203006"/>
                  </a:lnTo>
                  <a:cubicBezTo>
                    <a:pt x="0" y="206388"/>
                    <a:pt x="2745" y="209133"/>
                    <a:pt x="6127" y="209133"/>
                  </a:cubicBezTo>
                  <a:cubicBezTo>
                    <a:pt x="9510" y="209133"/>
                    <a:pt x="12255" y="206388"/>
                    <a:pt x="12255" y="203006"/>
                  </a:cubicBezTo>
                  <a:lnTo>
                    <a:pt x="12255" y="87325"/>
                  </a:lnTo>
                  <a:cubicBezTo>
                    <a:pt x="18388" y="90038"/>
                    <a:pt x="24544" y="91267"/>
                    <a:pt x="30740" y="91267"/>
                  </a:cubicBezTo>
                  <a:cubicBezTo>
                    <a:pt x="31203" y="91267"/>
                    <a:pt x="31667" y="91260"/>
                    <a:pt x="32131" y="91246"/>
                  </a:cubicBezTo>
                  <a:cubicBezTo>
                    <a:pt x="41837" y="90928"/>
                    <a:pt x="51395" y="87619"/>
                    <a:pt x="61027" y="82178"/>
                  </a:cubicBezTo>
                  <a:cubicBezTo>
                    <a:pt x="68331" y="78036"/>
                    <a:pt x="75757" y="76100"/>
                    <a:pt x="83208" y="76100"/>
                  </a:cubicBezTo>
                  <a:cubicBezTo>
                    <a:pt x="91001" y="76100"/>
                    <a:pt x="98893" y="78207"/>
                    <a:pt x="106760" y="82129"/>
                  </a:cubicBezTo>
                  <a:cubicBezTo>
                    <a:pt x="107667" y="82668"/>
                    <a:pt x="108746" y="82987"/>
                    <a:pt x="109898" y="82987"/>
                  </a:cubicBezTo>
                  <a:cubicBezTo>
                    <a:pt x="113280" y="82987"/>
                    <a:pt x="116025" y="80242"/>
                    <a:pt x="116025" y="76860"/>
                  </a:cubicBezTo>
                  <a:lnTo>
                    <a:pt x="116025" y="16764"/>
                  </a:lnTo>
                  <a:lnTo>
                    <a:pt x="116000" y="16764"/>
                  </a:lnTo>
                  <a:cubicBezTo>
                    <a:pt x="116000" y="14828"/>
                    <a:pt x="115093" y="12941"/>
                    <a:pt x="113378" y="11764"/>
                  </a:cubicBezTo>
                  <a:cubicBezTo>
                    <a:pt x="104034" y="5224"/>
                    <a:pt x="94713" y="2357"/>
                    <a:pt x="85287" y="2357"/>
                  </a:cubicBezTo>
                  <a:cubicBezTo>
                    <a:pt x="84823" y="2357"/>
                    <a:pt x="84358" y="2364"/>
                    <a:pt x="83894" y="2377"/>
                  </a:cubicBezTo>
                  <a:cubicBezTo>
                    <a:pt x="74188" y="2671"/>
                    <a:pt x="64630" y="6005"/>
                    <a:pt x="54998" y="11446"/>
                  </a:cubicBezTo>
                  <a:cubicBezTo>
                    <a:pt x="47694" y="15588"/>
                    <a:pt x="40268" y="17524"/>
                    <a:pt x="32817" y="17524"/>
                  </a:cubicBezTo>
                  <a:cubicBezTo>
                    <a:pt x="26004" y="17524"/>
                    <a:pt x="19142" y="15906"/>
                    <a:pt x="12255" y="12892"/>
                  </a:cubicBezTo>
                  <a:lnTo>
                    <a:pt x="12255" y="6127"/>
                  </a:lnTo>
                  <a:cubicBezTo>
                    <a:pt x="12255" y="2745"/>
                    <a:pt x="9510" y="0"/>
                    <a:pt x="61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9"/>
            <p:cNvSpPr/>
            <p:nvPr/>
          </p:nvSpPr>
          <p:spPr>
            <a:xfrm>
              <a:off x="1221250" y="2464125"/>
              <a:ext cx="1950300" cy="3002350"/>
            </a:xfrm>
            <a:custGeom>
              <a:rect b="b" l="l" r="r" t="t"/>
              <a:pathLst>
                <a:path extrusionOk="0" h="120094" w="78012">
                  <a:moveTo>
                    <a:pt x="17671" y="0"/>
                  </a:moveTo>
                  <a:cubicBezTo>
                    <a:pt x="8113" y="0"/>
                    <a:pt x="0" y="7990"/>
                    <a:pt x="0" y="17573"/>
                  </a:cubicBezTo>
                  <a:lnTo>
                    <a:pt x="0" y="54532"/>
                  </a:lnTo>
                  <a:cubicBezTo>
                    <a:pt x="0" y="61297"/>
                    <a:pt x="3848" y="67228"/>
                    <a:pt x="9608" y="70169"/>
                  </a:cubicBezTo>
                  <a:lnTo>
                    <a:pt x="9632" y="113966"/>
                  </a:lnTo>
                  <a:cubicBezTo>
                    <a:pt x="9632" y="117348"/>
                    <a:pt x="12377" y="120093"/>
                    <a:pt x="15760" y="120093"/>
                  </a:cubicBezTo>
                  <a:lnTo>
                    <a:pt x="52278" y="120093"/>
                  </a:lnTo>
                  <a:cubicBezTo>
                    <a:pt x="55660" y="120093"/>
                    <a:pt x="58405" y="117348"/>
                    <a:pt x="58405" y="113966"/>
                  </a:cubicBezTo>
                  <a:lnTo>
                    <a:pt x="58405" y="36764"/>
                  </a:lnTo>
                  <a:lnTo>
                    <a:pt x="78012" y="36764"/>
                  </a:lnTo>
                  <a:lnTo>
                    <a:pt x="780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2" name="Google Shape;762;p29"/>
          <p:cNvGrpSpPr/>
          <p:nvPr/>
        </p:nvGrpSpPr>
        <p:grpSpPr>
          <a:xfrm>
            <a:off x="1349683" y="3011079"/>
            <a:ext cx="349151" cy="345912"/>
            <a:chOff x="3980000" y="3218789"/>
            <a:chExt cx="353571" cy="350291"/>
          </a:xfrm>
        </p:grpSpPr>
        <p:sp>
          <p:nvSpPr>
            <p:cNvPr id="763" name="Google Shape;763;p29"/>
            <p:cNvSpPr/>
            <p:nvPr/>
          </p:nvSpPr>
          <p:spPr>
            <a:xfrm>
              <a:off x="3980000" y="3502447"/>
              <a:ext cx="89627" cy="66633"/>
            </a:xfrm>
            <a:custGeom>
              <a:rect b="b" l="l" r="r" t="t"/>
              <a:pathLst>
                <a:path extrusionOk="0" h="1930" w="2596">
                  <a:moveTo>
                    <a:pt x="2286" y="1"/>
                  </a:moveTo>
                  <a:lnTo>
                    <a:pt x="310" y="1"/>
                  </a:lnTo>
                  <a:cubicBezTo>
                    <a:pt x="119" y="1"/>
                    <a:pt x="0" y="120"/>
                    <a:pt x="0" y="310"/>
                  </a:cubicBezTo>
                  <a:lnTo>
                    <a:pt x="0" y="1644"/>
                  </a:lnTo>
                  <a:cubicBezTo>
                    <a:pt x="0" y="1811"/>
                    <a:pt x="119" y="1930"/>
                    <a:pt x="310" y="1930"/>
                  </a:cubicBezTo>
                  <a:lnTo>
                    <a:pt x="2286" y="1930"/>
                  </a:lnTo>
                  <a:cubicBezTo>
                    <a:pt x="2477" y="1930"/>
                    <a:pt x="2596" y="1811"/>
                    <a:pt x="2596" y="1644"/>
                  </a:cubicBezTo>
                  <a:lnTo>
                    <a:pt x="2596" y="310"/>
                  </a:lnTo>
                  <a:cubicBezTo>
                    <a:pt x="2596" y="144"/>
                    <a:pt x="2453" y="1"/>
                    <a:pt x="2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9"/>
            <p:cNvSpPr/>
            <p:nvPr/>
          </p:nvSpPr>
          <p:spPr>
            <a:xfrm>
              <a:off x="4090169" y="3439163"/>
              <a:ext cx="89661" cy="129918"/>
            </a:xfrm>
            <a:custGeom>
              <a:rect b="b" l="l" r="r" t="t"/>
              <a:pathLst>
                <a:path extrusionOk="0" h="3763" w="2597">
                  <a:moveTo>
                    <a:pt x="2287" y="0"/>
                  </a:moveTo>
                  <a:lnTo>
                    <a:pt x="286" y="0"/>
                  </a:lnTo>
                  <a:cubicBezTo>
                    <a:pt x="119" y="0"/>
                    <a:pt x="0" y="119"/>
                    <a:pt x="0" y="286"/>
                  </a:cubicBezTo>
                  <a:lnTo>
                    <a:pt x="0" y="3477"/>
                  </a:lnTo>
                  <a:cubicBezTo>
                    <a:pt x="0" y="3644"/>
                    <a:pt x="119" y="3763"/>
                    <a:pt x="286" y="3763"/>
                  </a:cubicBezTo>
                  <a:lnTo>
                    <a:pt x="2287" y="3763"/>
                  </a:lnTo>
                  <a:cubicBezTo>
                    <a:pt x="2477" y="3763"/>
                    <a:pt x="2596" y="3644"/>
                    <a:pt x="2596" y="3477"/>
                  </a:cubicBezTo>
                  <a:lnTo>
                    <a:pt x="2596" y="286"/>
                  </a:lnTo>
                  <a:cubicBezTo>
                    <a:pt x="2596" y="143"/>
                    <a:pt x="2429" y="0"/>
                    <a:pt x="22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9"/>
            <p:cNvSpPr/>
            <p:nvPr/>
          </p:nvSpPr>
          <p:spPr>
            <a:xfrm>
              <a:off x="4200338" y="3344599"/>
              <a:ext cx="131575" cy="224482"/>
            </a:xfrm>
            <a:custGeom>
              <a:rect b="b" l="l" r="r" t="t"/>
              <a:pathLst>
                <a:path extrusionOk="0" h="6502" w="3811">
                  <a:moveTo>
                    <a:pt x="3501" y="0"/>
                  </a:moveTo>
                  <a:lnTo>
                    <a:pt x="286" y="0"/>
                  </a:lnTo>
                  <a:cubicBezTo>
                    <a:pt x="120" y="0"/>
                    <a:pt x="0" y="119"/>
                    <a:pt x="0" y="286"/>
                  </a:cubicBezTo>
                  <a:lnTo>
                    <a:pt x="0" y="6216"/>
                  </a:lnTo>
                  <a:cubicBezTo>
                    <a:pt x="0" y="6383"/>
                    <a:pt x="120" y="6502"/>
                    <a:pt x="286" y="6502"/>
                  </a:cubicBezTo>
                  <a:lnTo>
                    <a:pt x="3501" y="6502"/>
                  </a:lnTo>
                  <a:cubicBezTo>
                    <a:pt x="3692" y="6502"/>
                    <a:pt x="3811" y="6383"/>
                    <a:pt x="3811" y="6216"/>
                  </a:cubicBezTo>
                  <a:lnTo>
                    <a:pt x="3811" y="286"/>
                  </a:lnTo>
                  <a:cubicBezTo>
                    <a:pt x="3811" y="119"/>
                    <a:pt x="3644" y="0"/>
                    <a:pt x="35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9"/>
            <p:cNvSpPr/>
            <p:nvPr/>
          </p:nvSpPr>
          <p:spPr>
            <a:xfrm>
              <a:off x="3980000" y="3218789"/>
              <a:ext cx="353571" cy="214642"/>
            </a:xfrm>
            <a:custGeom>
              <a:rect b="b" l="l" r="r" t="t"/>
              <a:pathLst>
                <a:path extrusionOk="0" h="6217" w="10241">
                  <a:moveTo>
                    <a:pt x="453" y="6145"/>
                  </a:moveTo>
                  <a:lnTo>
                    <a:pt x="9312" y="1096"/>
                  </a:lnTo>
                  <a:lnTo>
                    <a:pt x="9050" y="1858"/>
                  </a:lnTo>
                  <a:cubicBezTo>
                    <a:pt x="9002" y="2001"/>
                    <a:pt x="9074" y="2168"/>
                    <a:pt x="9240" y="2239"/>
                  </a:cubicBezTo>
                  <a:cubicBezTo>
                    <a:pt x="9383" y="2287"/>
                    <a:pt x="9550" y="2216"/>
                    <a:pt x="9621" y="2049"/>
                  </a:cubicBezTo>
                  <a:lnTo>
                    <a:pt x="10193" y="549"/>
                  </a:lnTo>
                  <a:cubicBezTo>
                    <a:pt x="10240" y="358"/>
                    <a:pt x="10121" y="144"/>
                    <a:pt x="9955" y="144"/>
                  </a:cubicBezTo>
                  <a:lnTo>
                    <a:pt x="8335" y="1"/>
                  </a:lnTo>
                  <a:cubicBezTo>
                    <a:pt x="8192" y="1"/>
                    <a:pt x="8049" y="120"/>
                    <a:pt x="8002" y="263"/>
                  </a:cubicBezTo>
                  <a:cubicBezTo>
                    <a:pt x="8002" y="406"/>
                    <a:pt x="8121" y="572"/>
                    <a:pt x="8288" y="596"/>
                  </a:cubicBezTo>
                  <a:lnTo>
                    <a:pt x="8931" y="644"/>
                  </a:lnTo>
                  <a:lnTo>
                    <a:pt x="191" y="5621"/>
                  </a:lnTo>
                  <a:cubicBezTo>
                    <a:pt x="24" y="5716"/>
                    <a:pt x="0" y="5883"/>
                    <a:pt x="72" y="6050"/>
                  </a:cubicBezTo>
                  <a:cubicBezTo>
                    <a:pt x="119" y="6169"/>
                    <a:pt x="310" y="6216"/>
                    <a:pt x="453" y="61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7" name="Google Shape;767;p29"/>
          <p:cNvGrpSpPr/>
          <p:nvPr/>
        </p:nvGrpSpPr>
        <p:grpSpPr>
          <a:xfrm>
            <a:off x="6134225" y="3008479"/>
            <a:ext cx="249132" cy="351119"/>
            <a:chOff x="3240026" y="2046355"/>
            <a:chExt cx="249132" cy="351119"/>
          </a:xfrm>
        </p:grpSpPr>
        <p:sp>
          <p:nvSpPr>
            <p:cNvPr id="768" name="Google Shape;768;p29"/>
            <p:cNvSpPr/>
            <p:nvPr/>
          </p:nvSpPr>
          <p:spPr>
            <a:xfrm>
              <a:off x="3240025" y="2356320"/>
              <a:ext cx="247510" cy="41154"/>
            </a:xfrm>
            <a:custGeom>
              <a:rect b="b" l="l" r="r" t="t"/>
              <a:pathLst>
                <a:path extrusionOk="0" h="1192" w="7169">
                  <a:moveTo>
                    <a:pt x="0" y="905"/>
                  </a:moveTo>
                  <a:cubicBezTo>
                    <a:pt x="0" y="1072"/>
                    <a:pt x="119" y="1191"/>
                    <a:pt x="310" y="1191"/>
                  </a:cubicBezTo>
                  <a:lnTo>
                    <a:pt x="6883" y="1191"/>
                  </a:lnTo>
                  <a:cubicBezTo>
                    <a:pt x="7049" y="1191"/>
                    <a:pt x="7168" y="1072"/>
                    <a:pt x="7168" y="905"/>
                  </a:cubicBezTo>
                  <a:lnTo>
                    <a:pt x="716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9"/>
            <p:cNvSpPr/>
            <p:nvPr/>
          </p:nvSpPr>
          <p:spPr>
            <a:xfrm>
              <a:off x="3240026" y="2105565"/>
              <a:ext cx="249132" cy="231870"/>
            </a:xfrm>
            <a:custGeom>
              <a:rect b="b" l="l" r="r" t="t"/>
              <a:pathLst>
                <a:path extrusionOk="0" h="6716" w="7216">
                  <a:moveTo>
                    <a:pt x="6883" y="0"/>
                  </a:moveTo>
                  <a:lnTo>
                    <a:pt x="286" y="0"/>
                  </a:lnTo>
                  <a:cubicBezTo>
                    <a:pt x="119" y="0"/>
                    <a:pt x="0" y="167"/>
                    <a:pt x="0" y="310"/>
                  </a:cubicBezTo>
                  <a:lnTo>
                    <a:pt x="0" y="6716"/>
                  </a:lnTo>
                  <a:lnTo>
                    <a:pt x="7216" y="6716"/>
                  </a:lnTo>
                  <a:lnTo>
                    <a:pt x="7216" y="310"/>
                  </a:lnTo>
                  <a:cubicBezTo>
                    <a:pt x="7216" y="119"/>
                    <a:pt x="7049" y="0"/>
                    <a:pt x="6883" y="0"/>
                  </a:cubicBezTo>
                  <a:close/>
                  <a:moveTo>
                    <a:pt x="2453" y="5311"/>
                  </a:moveTo>
                  <a:lnTo>
                    <a:pt x="1858" y="5906"/>
                  </a:lnTo>
                  <a:cubicBezTo>
                    <a:pt x="1786" y="5954"/>
                    <a:pt x="1739" y="6001"/>
                    <a:pt x="1643" y="6001"/>
                  </a:cubicBezTo>
                  <a:cubicBezTo>
                    <a:pt x="1548" y="6001"/>
                    <a:pt x="1500" y="5954"/>
                    <a:pt x="1429" y="5906"/>
                  </a:cubicBezTo>
                  <a:lnTo>
                    <a:pt x="1191" y="5668"/>
                  </a:lnTo>
                  <a:cubicBezTo>
                    <a:pt x="1072" y="5549"/>
                    <a:pt x="1072" y="5358"/>
                    <a:pt x="1191" y="5239"/>
                  </a:cubicBezTo>
                  <a:cubicBezTo>
                    <a:pt x="1310" y="5120"/>
                    <a:pt x="1500" y="5120"/>
                    <a:pt x="1620" y="5239"/>
                  </a:cubicBezTo>
                  <a:lnTo>
                    <a:pt x="1643" y="5287"/>
                  </a:lnTo>
                  <a:lnTo>
                    <a:pt x="2024" y="4882"/>
                  </a:lnTo>
                  <a:cubicBezTo>
                    <a:pt x="2143" y="4763"/>
                    <a:pt x="2334" y="4763"/>
                    <a:pt x="2453" y="4882"/>
                  </a:cubicBezTo>
                  <a:cubicBezTo>
                    <a:pt x="2572" y="4977"/>
                    <a:pt x="2572" y="5192"/>
                    <a:pt x="2453" y="5311"/>
                  </a:cubicBezTo>
                  <a:close/>
                  <a:moveTo>
                    <a:pt x="2453" y="3525"/>
                  </a:moveTo>
                  <a:lnTo>
                    <a:pt x="1858" y="4120"/>
                  </a:lnTo>
                  <a:cubicBezTo>
                    <a:pt x="1786" y="4168"/>
                    <a:pt x="1739" y="4215"/>
                    <a:pt x="1643" y="4215"/>
                  </a:cubicBezTo>
                  <a:cubicBezTo>
                    <a:pt x="1548" y="4215"/>
                    <a:pt x="1500" y="4168"/>
                    <a:pt x="1429" y="4120"/>
                  </a:cubicBezTo>
                  <a:lnTo>
                    <a:pt x="1191" y="3882"/>
                  </a:lnTo>
                  <a:cubicBezTo>
                    <a:pt x="1072" y="3763"/>
                    <a:pt x="1072" y="3572"/>
                    <a:pt x="1191" y="3453"/>
                  </a:cubicBezTo>
                  <a:cubicBezTo>
                    <a:pt x="1310" y="3334"/>
                    <a:pt x="1500" y="3334"/>
                    <a:pt x="1620" y="3453"/>
                  </a:cubicBezTo>
                  <a:lnTo>
                    <a:pt x="1643" y="3501"/>
                  </a:lnTo>
                  <a:lnTo>
                    <a:pt x="2024" y="3096"/>
                  </a:lnTo>
                  <a:cubicBezTo>
                    <a:pt x="2143" y="2977"/>
                    <a:pt x="2334" y="2977"/>
                    <a:pt x="2453" y="3096"/>
                  </a:cubicBezTo>
                  <a:cubicBezTo>
                    <a:pt x="2572" y="3215"/>
                    <a:pt x="2572" y="3406"/>
                    <a:pt x="2453" y="3525"/>
                  </a:cubicBezTo>
                  <a:close/>
                  <a:moveTo>
                    <a:pt x="2453" y="1739"/>
                  </a:moveTo>
                  <a:lnTo>
                    <a:pt x="1858" y="2334"/>
                  </a:lnTo>
                  <a:cubicBezTo>
                    <a:pt x="1786" y="2382"/>
                    <a:pt x="1691" y="2429"/>
                    <a:pt x="1643" y="2429"/>
                  </a:cubicBezTo>
                  <a:cubicBezTo>
                    <a:pt x="1548" y="2429"/>
                    <a:pt x="1500" y="2382"/>
                    <a:pt x="1429" y="2334"/>
                  </a:cubicBezTo>
                  <a:lnTo>
                    <a:pt x="1191" y="2096"/>
                  </a:lnTo>
                  <a:cubicBezTo>
                    <a:pt x="1072" y="1977"/>
                    <a:pt x="1072" y="1786"/>
                    <a:pt x="1191" y="1667"/>
                  </a:cubicBezTo>
                  <a:cubicBezTo>
                    <a:pt x="1310" y="1548"/>
                    <a:pt x="1500" y="1548"/>
                    <a:pt x="1620" y="1667"/>
                  </a:cubicBezTo>
                  <a:lnTo>
                    <a:pt x="1643" y="1715"/>
                  </a:lnTo>
                  <a:lnTo>
                    <a:pt x="2024" y="1310"/>
                  </a:lnTo>
                  <a:cubicBezTo>
                    <a:pt x="2143" y="1191"/>
                    <a:pt x="2334" y="1191"/>
                    <a:pt x="2453" y="1310"/>
                  </a:cubicBezTo>
                  <a:cubicBezTo>
                    <a:pt x="2572" y="1429"/>
                    <a:pt x="2572" y="1620"/>
                    <a:pt x="2453" y="1739"/>
                  </a:cubicBezTo>
                  <a:close/>
                  <a:moveTo>
                    <a:pt x="5692" y="5692"/>
                  </a:moveTo>
                  <a:lnTo>
                    <a:pt x="3406" y="5692"/>
                  </a:lnTo>
                  <a:cubicBezTo>
                    <a:pt x="3215" y="5692"/>
                    <a:pt x="3096" y="5573"/>
                    <a:pt x="3096" y="5382"/>
                  </a:cubicBezTo>
                  <a:cubicBezTo>
                    <a:pt x="3096" y="5215"/>
                    <a:pt x="3215" y="5096"/>
                    <a:pt x="3406" y="5096"/>
                  </a:cubicBezTo>
                  <a:lnTo>
                    <a:pt x="5692" y="5096"/>
                  </a:lnTo>
                  <a:cubicBezTo>
                    <a:pt x="5859" y="5096"/>
                    <a:pt x="5978" y="5215"/>
                    <a:pt x="5978" y="5382"/>
                  </a:cubicBezTo>
                  <a:cubicBezTo>
                    <a:pt x="5978" y="5549"/>
                    <a:pt x="5859" y="5692"/>
                    <a:pt x="5692" y="5692"/>
                  </a:cubicBezTo>
                  <a:close/>
                  <a:moveTo>
                    <a:pt x="5692" y="3906"/>
                  </a:moveTo>
                  <a:lnTo>
                    <a:pt x="3406" y="3906"/>
                  </a:lnTo>
                  <a:cubicBezTo>
                    <a:pt x="3215" y="3906"/>
                    <a:pt x="3096" y="3787"/>
                    <a:pt x="3096" y="3596"/>
                  </a:cubicBezTo>
                  <a:cubicBezTo>
                    <a:pt x="3096" y="3429"/>
                    <a:pt x="3215" y="3310"/>
                    <a:pt x="3406" y="3310"/>
                  </a:cubicBezTo>
                  <a:lnTo>
                    <a:pt x="5692" y="3310"/>
                  </a:lnTo>
                  <a:cubicBezTo>
                    <a:pt x="5859" y="3310"/>
                    <a:pt x="5978" y="3429"/>
                    <a:pt x="5978" y="3596"/>
                  </a:cubicBezTo>
                  <a:cubicBezTo>
                    <a:pt x="5978" y="3787"/>
                    <a:pt x="5859" y="3906"/>
                    <a:pt x="5692" y="3906"/>
                  </a:cubicBezTo>
                  <a:close/>
                  <a:moveTo>
                    <a:pt x="5692" y="2143"/>
                  </a:moveTo>
                  <a:lnTo>
                    <a:pt x="3406" y="2143"/>
                  </a:lnTo>
                  <a:cubicBezTo>
                    <a:pt x="3215" y="2143"/>
                    <a:pt x="3096" y="2024"/>
                    <a:pt x="3096" y="1858"/>
                  </a:cubicBezTo>
                  <a:cubicBezTo>
                    <a:pt x="3096" y="1667"/>
                    <a:pt x="3215" y="1548"/>
                    <a:pt x="3406" y="1548"/>
                  </a:cubicBezTo>
                  <a:lnTo>
                    <a:pt x="5692" y="1548"/>
                  </a:lnTo>
                  <a:cubicBezTo>
                    <a:pt x="5859" y="1548"/>
                    <a:pt x="5978" y="1667"/>
                    <a:pt x="5978" y="1858"/>
                  </a:cubicBezTo>
                  <a:cubicBezTo>
                    <a:pt x="5978" y="2001"/>
                    <a:pt x="5859" y="2143"/>
                    <a:pt x="5692" y="214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9"/>
            <p:cNvSpPr/>
            <p:nvPr/>
          </p:nvSpPr>
          <p:spPr>
            <a:xfrm>
              <a:off x="3260568" y="2046355"/>
              <a:ext cx="69085" cy="37839"/>
            </a:xfrm>
            <a:custGeom>
              <a:rect b="b" l="l" r="r" t="t"/>
              <a:pathLst>
                <a:path extrusionOk="0" h="1096" w="2001">
                  <a:moveTo>
                    <a:pt x="2001" y="286"/>
                  </a:moveTo>
                  <a:cubicBezTo>
                    <a:pt x="2001" y="120"/>
                    <a:pt x="1882" y="1"/>
                    <a:pt x="1691" y="1"/>
                  </a:cubicBezTo>
                  <a:lnTo>
                    <a:pt x="310" y="1"/>
                  </a:lnTo>
                  <a:cubicBezTo>
                    <a:pt x="120" y="1"/>
                    <a:pt x="1" y="120"/>
                    <a:pt x="1" y="286"/>
                  </a:cubicBezTo>
                  <a:lnTo>
                    <a:pt x="1" y="1096"/>
                  </a:lnTo>
                  <a:lnTo>
                    <a:pt x="2001" y="10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9"/>
            <p:cNvSpPr/>
            <p:nvPr/>
          </p:nvSpPr>
          <p:spPr>
            <a:xfrm>
              <a:off x="3398702" y="2046355"/>
              <a:ext cx="68256" cy="37839"/>
            </a:xfrm>
            <a:custGeom>
              <a:rect b="b" l="l" r="r" t="t"/>
              <a:pathLst>
                <a:path extrusionOk="0" h="1096" w="1977">
                  <a:moveTo>
                    <a:pt x="1977" y="286"/>
                  </a:moveTo>
                  <a:cubicBezTo>
                    <a:pt x="1977" y="120"/>
                    <a:pt x="1858" y="1"/>
                    <a:pt x="1691" y="1"/>
                  </a:cubicBezTo>
                  <a:lnTo>
                    <a:pt x="286" y="1"/>
                  </a:lnTo>
                  <a:cubicBezTo>
                    <a:pt x="119" y="1"/>
                    <a:pt x="0" y="120"/>
                    <a:pt x="0" y="286"/>
                  </a:cubicBezTo>
                  <a:lnTo>
                    <a:pt x="0" y="1096"/>
                  </a:lnTo>
                  <a:lnTo>
                    <a:pt x="1977" y="10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2" name="Google Shape;772;p29"/>
          <p:cNvGrpSpPr/>
          <p:nvPr/>
        </p:nvGrpSpPr>
        <p:grpSpPr>
          <a:xfrm>
            <a:off x="3742331" y="1423332"/>
            <a:ext cx="323999" cy="349740"/>
            <a:chOff x="5697000" y="3648425"/>
            <a:chExt cx="248275" cy="268000"/>
          </a:xfrm>
        </p:grpSpPr>
        <p:sp>
          <p:nvSpPr>
            <p:cNvPr id="773" name="Google Shape;773;p29"/>
            <p:cNvSpPr/>
            <p:nvPr/>
          </p:nvSpPr>
          <p:spPr>
            <a:xfrm>
              <a:off x="5723175" y="3754400"/>
              <a:ext cx="67900" cy="67900"/>
            </a:xfrm>
            <a:custGeom>
              <a:rect b="b" l="l" r="r" t="t"/>
              <a:pathLst>
                <a:path extrusionOk="0" h="2716" w="2716">
                  <a:moveTo>
                    <a:pt x="1358" y="0"/>
                  </a:moveTo>
                  <a:cubicBezTo>
                    <a:pt x="620" y="0"/>
                    <a:pt x="1" y="596"/>
                    <a:pt x="1" y="1358"/>
                  </a:cubicBezTo>
                  <a:cubicBezTo>
                    <a:pt x="1" y="2096"/>
                    <a:pt x="620" y="2715"/>
                    <a:pt x="1358" y="2715"/>
                  </a:cubicBezTo>
                  <a:cubicBezTo>
                    <a:pt x="2120" y="2715"/>
                    <a:pt x="2716" y="2096"/>
                    <a:pt x="2716" y="1358"/>
                  </a:cubicBezTo>
                  <a:cubicBezTo>
                    <a:pt x="2716" y="596"/>
                    <a:pt x="2120" y="0"/>
                    <a:pt x="1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9"/>
            <p:cNvSpPr/>
            <p:nvPr/>
          </p:nvSpPr>
          <p:spPr>
            <a:xfrm>
              <a:off x="5697000" y="3754400"/>
              <a:ext cx="164925" cy="162025"/>
            </a:xfrm>
            <a:custGeom>
              <a:rect b="b" l="l" r="r" t="t"/>
              <a:pathLst>
                <a:path extrusionOk="0" h="6481" w="6597">
                  <a:moveTo>
                    <a:pt x="5977" y="0"/>
                  </a:moveTo>
                  <a:cubicBezTo>
                    <a:pt x="5620" y="0"/>
                    <a:pt x="5334" y="286"/>
                    <a:pt x="5334" y="620"/>
                  </a:cubicBezTo>
                  <a:lnTo>
                    <a:pt x="5334" y="2501"/>
                  </a:lnTo>
                  <a:lnTo>
                    <a:pt x="4025" y="2501"/>
                  </a:lnTo>
                  <a:cubicBezTo>
                    <a:pt x="3638" y="3054"/>
                    <a:pt x="3026" y="3342"/>
                    <a:pt x="2404" y="3342"/>
                  </a:cubicBezTo>
                  <a:cubicBezTo>
                    <a:pt x="1954" y="3342"/>
                    <a:pt x="1499" y="3192"/>
                    <a:pt x="1119" y="2882"/>
                  </a:cubicBezTo>
                  <a:cubicBezTo>
                    <a:pt x="429" y="3311"/>
                    <a:pt x="0" y="4096"/>
                    <a:pt x="0" y="4906"/>
                  </a:cubicBezTo>
                  <a:lnTo>
                    <a:pt x="0" y="6168"/>
                  </a:lnTo>
                  <a:cubicBezTo>
                    <a:pt x="0" y="6335"/>
                    <a:pt x="143" y="6478"/>
                    <a:pt x="310" y="6478"/>
                  </a:cubicBezTo>
                  <a:lnTo>
                    <a:pt x="4501" y="6478"/>
                  </a:lnTo>
                  <a:cubicBezTo>
                    <a:pt x="4513" y="6480"/>
                    <a:pt x="4525" y="6480"/>
                    <a:pt x="4538" y="6480"/>
                  </a:cubicBezTo>
                  <a:cubicBezTo>
                    <a:pt x="4691" y="6480"/>
                    <a:pt x="4833" y="6345"/>
                    <a:pt x="4811" y="6168"/>
                  </a:cubicBezTo>
                  <a:lnTo>
                    <a:pt x="4811" y="4906"/>
                  </a:lnTo>
                  <a:cubicBezTo>
                    <a:pt x="4811" y="4501"/>
                    <a:pt x="4715" y="4120"/>
                    <a:pt x="4525" y="3763"/>
                  </a:cubicBezTo>
                  <a:lnTo>
                    <a:pt x="5644" y="3763"/>
                  </a:lnTo>
                  <a:cubicBezTo>
                    <a:pt x="6168" y="3763"/>
                    <a:pt x="6597" y="3334"/>
                    <a:pt x="6597" y="2834"/>
                  </a:cubicBezTo>
                  <a:lnTo>
                    <a:pt x="6597" y="620"/>
                  </a:lnTo>
                  <a:cubicBezTo>
                    <a:pt x="6597" y="286"/>
                    <a:pt x="6311" y="0"/>
                    <a:pt x="59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5897025" y="3704375"/>
              <a:ext cx="6575" cy="16100"/>
            </a:xfrm>
            <a:custGeom>
              <a:rect b="b" l="l" r="r" t="t"/>
              <a:pathLst>
                <a:path extrusionOk="0" h="644" w="263">
                  <a:moveTo>
                    <a:pt x="1" y="1"/>
                  </a:moveTo>
                  <a:lnTo>
                    <a:pt x="1" y="644"/>
                  </a:lnTo>
                  <a:cubicBezTo>
                    <a:pt x="120" y="596"/>
                    <a:pt x="191" y="477"/>
                    <a:pt x="215" y="358"/>
                  </a:cubicBezTo>
                  <a:cubicBezTo>
                    <a:pt x="263" y="191"/>
                    <a:pt x="167" y="25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9"/>
            <p:cNvSpPr/>
            <p:nvPr/>
          </p:nvSpPr>
          <p:spPr>
            <a:xfrm>
              <a:off x="5885125" y="3681175"/>
              <a:ext cx="4200" cy="11325"/>
            </a:xfrm>
            <a:custGeom>
              <a:rect b="b" l="l" r="r" t="t"/>
              <a:pathLst>
                <a:path extrusionOk="0" h="453" w="168">
                  <a:moveTo>
                    <a:pt x="167" y="0"/>
                  </a:moveTo>
                  <a:cubicBezTo>
                    <a:pt x="72" y="24"/>
                    <a:pt x="24" y="119"/>
                    <a:pt x="24" y="191"/>
                  </a:cubicBezTo>
                  <a:cubicBezTo>
                    <a:pt x="0" y="262"/>
                    <a:pt x="24" y="334"/>
                    <a:pt x="72" y="405"/>
                  </a:cubicBezTo>
                  <a:lnTo>
                    <a:pt x="167" y="453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9"/>
            <p:cNvSpPr/>
            <p:nvPr/>
          </p:nvSpPr>
          <p:spPr>
            <a:xfrm>
              <a:off x="5823800" y="3648425"/>
              <a:ext cx="121475" cy="104650"/>
            </a:xfrm>
            <a:custGeom>
              <a:rect b="b" l="l" r="r" t="t"/>
              <a:pathLst>
                <a:path extrusionOk="0" h="4186" w="4859">
                  <a:moveTo>
                    <a:pt x="2775" y="697"/>
                  </a:moveTo>
                  <a:cubicBezTo>
                    <a:pt x="2852" y="697"/>
                    <a:pt x="2930" y="751"/>
                    <a:pt x="2930" y="858"/>
                  </a:cubicBezTo>
                  <a:lnTo>
                    <a:pt x="2930" y="977"/>
                  </a:lnTo>
                  <a:cubicBezTo>
                    <a:pt x="3073" y="977"/>
                    <a:pt x="3192" y="1048"/>
                    <a:pt x="3287" y="1143"/>
                  </a:cubicBezTo>
                  <a:cubicBezTo>
                    <a:pt x="3378" y="1271"/>
                    <a:pt x="3274" y="1398"/>
                    <a:pt x="3157" y="1398"/>
                  </a:cubicBezTo>
                  <a:cubicBezTo>
                    <a:pt x="3120" y="1398"/>
                    <a:pt x="3083" y="1386"/>
                    <a:pt x="3049" y="1358"/>
                  </a:cubicBezTo>
                  <a:cubicBezTo>
                    <a:pt x="3025" y="1334"/>
                    <a:pt x="2977" y="1310"/>
                    <a:pt x="2930" y="1286"/>
                  </a:cubicBezTo>
                  <a:lnTo>
                    <a:pt x="2930" y="1906"/>
                  </a:lnTo>
                  <a:lnTo>
                    <a:pt x="3025" y="1953"/>
                  </a:lnTo>
                  <a:cubicBezTo>
                    <a:pt x="3335" y="2048"/>
                    <a:pt x="3501" y="2334"/>
                    <a:pt x="3454" y="2644"/>
                  </a:cubicBezTo>
                  <a:cubicBezTo>
                    <a:pt x="3406" y="2930"/>
                    <a:pt x="3192" y="3144"/>
                    <a:pt x="2930" y="3215"/>
                  </a:cubicBezTo>
                  <a:lnTo>
                    <a:pt x="2930" y="3358"/>
                  </a:lnTo>
                  <a:cubicBezTo>
                    <a:pt x="2930" y="3465"/>
                    <a:pt x="2846" y="3519"/>
                    <a:pt x="2766" y="3519"/>
                  </a:cubicBezTo>
                  <a:cubicBezTo>
                    <a:pt x="2686" y="3519"/>
                    <a:pt x="2608" y="3465"/>
                    <a:pt x="2620" y="3358"/>
                  </a:cubicBezTo>
                  <a:lnTo>
                    <a:pt x="2620" y="3215"/>
                  </a:lnTo>
                  <a:cubicBezTo>
                    <a:pt x="2453" y="3215"/>
                    <a:pt x="2287" y="3168"/>
                    <a:pt x="2168" y="3072"/>
                  </a:cubicBezTo>
                  <a:cubicBezTo>
                    <a:pt x="1995" y="2976"/>
                    <a:pt x="2085" y="2771"/>
                    <a:pt x="2227" y="2771"/>
                  </a:cubicBezTo>
                  <a:cubicBezTo>
                    <a:pt x="2261" y="2771"/>
                    <a:pt x="2298" y="2783"/>
                    <a:pt x="2334" y="2810"/>
                  </a:cubicBezTo>
                  <a:cubicBezTo>
                    <a:pt x="2406" y="2858"/>
                    <a:pt x="2501" y="2906"/>
                    <a:pt x="2620" y="2906"/>
                  </a:cubicBezTo>
                  <a:lnTo>
                    <a:pt x="2620" y="2120"/>
                  </a:lnTo>
                  <a:cubicBezTo>
                    <a:pt x="2501" y="2072"/>
                    <a:pt x="2406" y="2025"/>
                    <a:pt x="2334" y="1953"/>
                  </a:cubicBezTo>
                  <a:cubicBezTo>
                    <a:pt x="2191" y="1834"/>
                    <a:pt x="2120" y="1620"/>
                    <a:pt x="2168" y="1453"/>
                  </a:cubicBezTo>
                  <a:cubicBezTo>
                    <a:pt x="2191" y="1239"/>
                    <a:pt x="2358" y="1048"/>
                    <a:pt x="2572" y="977"/>
                  </a:cubicBezTo>
                  <a:lnTo>
                    <a:pt x="2620" y="977"/>
                  </a:lnTo>
                  <a:lnTo>
                    <a:pt x="2620" y="858"/>
                  </a:lnTo>
                  <a:cubicBezTo>
                    <a:pt x="2620" y="751"/>
                    <a:pt x="2697" y="697"/>
                    <a:pt x="2775" y="697"/>
                  </a:cubicBezTo>
                  <a:close/>
                  <a:moveTo>
                    <a:pt x="2787" y="0"/>
                  </a:moveTo>
                  <a:cubicBezTo>
                    <a:pt x="929" y="0"/>
                    <a:pt x="1" y="2239"/>
                    <a:pt x="1310" y="3573"/>
                  </a:cubicBezTo>
                  <a:cubicBezTo>
                    <a:pt x="1733" y="3996"/>
                    <a:pt x="2254" y="4185"/>
                    <a:pt x="2764" y="4185"/>
                  </a:cubicBezTo>
                  <a:cubicBezTo>
                    <a:pt x="3833" y="4185"/>
                    <a:pt x="4859" y="3353"/>
                    <a:pt x="4859" y="2096"/>
                  </a:cubicBezTo>
                  <a:cubicBezTo>
                    <a:pt x="4859" y="929"/>
                    <a:pt x="3930" y="0"/>
                    <a:pt x="27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8" name="Google Shape;778;p29"/>
          <p:cNvGrpSpPr/>
          <p:nvPr/>
        </p:nvGrpSpPr>
        <p:grpSpPr>
          <a:xfrm>
            <a:off x="3699632" y="3016706"/>
            <a:ext cx="360534" cy="334666"/>
            <a:chOff x="-3808700" y="3628950"/>
            <a:chExt cx="296175" cy="274925"/>
          </a:xfrm>
        </p:grpSpPr>
        <p:sp>
          <p:nvSpPr>
            <p:cNvPr id="779" name="Google Shape;779;p29"/>
            <p:cNvSpPr/>
            <p:nvPr/>
          </p:nvSpPr>
          <p:spPr>
            <a:xfrm>
              <a:off x="-3665972" y="3680950"/>
              <a:ext cx="51200" cy="51225"/>
            </a:xfrm>
            <a:custGeom>
              <a:rect b="b" l="l" r="r" t="t"/>
              <a:pathLst>
                <a:path extrusionOk="0" h="2049" w="2048">
                  <a:moveTo>
                    <a:pt x="1008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41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9"/>
            <p:cNvSpPr/>
            <p:nvPr/>
          </p:nvSpPr>
          <p:spPr>
            <a:xfrm>
              <a:off x="-3808700" y="3664400"/>
              <a:ext cx="296175" cy="239475"/>
            </a:xfrm>
            <a:custGeom>
              <a:rect b="b" l="l" r="r" t="t"/>
              <a:pathLst>
                <a:path extrusionOk="0" h="9579" w="11847">
                  <a:moveTo>
                    <a:pt x="3970" y="8223"/>
                  </a:moveTo>
                  <a:cubicBezTo>
                    <a:pt x="4159" y="8223"/>
                    <a:pt x="4316" y="8381"/>
                    <a:pt x="4316" y="8570"/>
                  </a:cubicBezTo>
                  <a:cubicBezTo>
                    <a:pt x="4316" y="8791"/>
                    <a:pt x="4159" y="8948"/>
                    <a:pt x="3970" y="8948"/>
                  </a:cubicBezTo>
                  <a:cubicBezTo>
                    <a:pt x="3781" y="8948"/>
                    <a:pt x="3623" y="8791"/>
                    <a:pt x="3623" y="8570"/>
                  </a:cubicBezTo>
                  <a:cubicBezTo>
                    <a:pt x="3623" y="8349"/>
                    <a:pt x="3781" y="8223"/>
                    <a:pt x="3970" y="8223"/>
                  </a:cubicBezTo>
                  <a:close/>
                  <a:moveTo>
                    <a:pt x="8727" y="8223"/>
                  </a:moveTo>
                  <a:cubicBezTo>
                    <a:pt x="8916" y="8223"/>
                    <a:pt x="9074" y="8381"/>
                    <a:pt x="9074" y="8570"/>
                  </a:cubicBezTo>
                  <a:cubicBezTo>
                    <a:pt x="9074" y="8791"/>
                    <a:pt x="8916" y="8948"/>
                    <a:pt x="8727" y="8948"/>
                  </a:cubicBezTo>
                  <a:cubicBezTo>
                    <a:pt x="8538" y="8948"/>
                    <a:pt x="8381" y="8791"/>
                    <a:pt x="8381" y="8570"/>
                  </a:cubicBezTo>
                  <a:cubicBezTo>
                    <a:pt x="8412" y="8349"/>
                    <a:pt x="8538" y="8223"/>
                    <a:pt x="8727" y="8223"/>
                  </a:cubicBezTo>
                  <a:close/>
                  <a:moveTo>
                    <a:pt x="473" y="1"/>
                  </a:moveTo>
                  <a:cubicBezTo>
                    <a:pt x="32" y="1"/>
                    <a:pt x="0" y="662"/>
                    <a:pt x="473" y="662"/>
                  </a:cubicBezTo>
                  <a:lnTo>
                    <a:pt x="819" y="662"/>
                  </a:lnTo>
                  <a:cubicBezTo>
                    <a:pt x="977" y="662"/>
                    <a:pt x="1134" y="788"/>
                    <a:pt x="1166" y="946"/>
                  </a:cubicBezTo>
                  <a:lnTo>
                    <a:pt x="2143" y="6428"/>
                  </a:lnTo>
                  <a:cubicBezTo>
                    <a:pt x="1481" y="7058"/>
                    <a:pt x="1922" y="8192"/>
                    <a:pt x="2867" y="8192"/>
                  </a:cubicBezTo>
                  <a:lnTo>
                    <a:pt x="2930" y="8192"/>
                  </a:lnTo>
                  <a:cubicBezTo>
                    <a:pt x="2899" y="8318"/>
                    <a:pt x="2867" y="8412"/>
                    <a:pt x="2867" y="8538"/>
                  </a:cubicBezTo>
                  <a:cubicBezTo>
                    <a:pt x="2867" y="9106"/>
                    <a:pt x="3340" y="9578"/>
                    <a:pt x="3875" y="9578"/>
                  </a:cubicBezTo>
                  <a:cubicBezTo>
                    <a:pt x="4442" y="9578"/>
                    <a:pt x="4915" y="9106"/>
                    <a:pt x="4915" y="8538"/>
                  </a:cubicBezTo>
                  <a:cubicBezTo>
                    <a:pt x="4915" y="8412"/>
                    <a:pt x="4884" y="8318"/>
                    <a:pt x="4821" y="8192"/>
                  </a:cubicBezTo>
                  <a:lnTo>
                    <a:pt x="7719" y="8192"/>
                  </a:lnTo>
                  <a:cubicBezTo>
                    <a:pt x="7656" y="8318"/>
                    <a:pt x="7624" y="8412"/>
                    <a:pt x="7624" y="8538"/>
                  </a:cubicBezTo>
                  <a:cubicBezTo>
                    <a:pt x="7624" y="9106"/>
                    <a:pt x="8097" y="9578"/>
                    <a:pt x="8664" y="9578"/>
                  </a:cubicBezTo>
                  <a:cubicBezTo>
                    <a:pt x="9200" y="9578"/>
                    <a:pt x="9672" y="9106"/>
                    <a:pt x="9672" y="8538"/>
                  </a:cubicBezTo>
                  <a:cubicBezTo>
                    <a:pt x="9672" y="8412"/>
                    <a:pt x="9641" y="8318"/>
                    <a:pt x="9609" y="8192"/>
                  </a:cubicBezTo>
                  <a:lnTo>
                    <a:pt x="9987" y="8192"/>
                  </a:lnTo>
                  <a:cubicBezTo>
                    <a:pt x="10176" y="8192"/>
                    <a:pt x="10334" y="8034"/>
                    <a:pt x="10334" y="7845"/>
                  </a:cubicBezTo>
                  <a:cubicBezTo>
                    <a:pt x="10334" y="7625"/>
                    <a:pt x="10176" y="7467"/>
                    <a:pt x="9987" y="7467"/>
                  </a:cubicBezTo>
                  <a:lnTo>
                    <a:pt x="2773" y="7467"/>
                  </a:lnTo>
                  <a:cubicBezTo>
                    <a:pt x="2759" y="7470"/>
                    <a:pt x="2746" y="7471"/>
                    <a:pt x="2733" y="7471"/>
                  </a:cubicBezTo>
                  <a:cubicBezTo>
                    <a:pt x="2459" y="7471"/>
                    <a:pt x="2477" y="6837"/>
                    <a:pt x="2899" y="6837"/>
                  </a:cubicBezTo>
                  <a:lnTo>
                    <a:pt x="10145" y="6837"/>
                  </a:lnTo>
                  <a:cubicBezTo>
                    <a:pt x="10302" y="6837"/>
                    <a:pt x="10428" y="6774"/>
                    <a:pt x="10460" y="6617"/>
                  </a:cubicBezTo>
                  <a:lnTo>
                    <a:pt x="11815" y="2553"/>
                  </a:lnTo>
                  <a:cubicBezTo>
                    <a:pt x="11846" y="2427"/>
                    <a:pt x="11815" y="2332"/>
                    <a:pt x="11752" y="2238"/>
                  </a:cubicBezTo>
                  <a:cubicBezTo>
                    <a:pt x="11657" y="2080"/>
                    <a:pt x="11500" y="2048"/>
                    <a:pt x="10775" y="2048"/>
                  </a:cubicBezTo>
                  <a:lnTo>
                    <a:pt x="10491" y="2048"/>
                  </a:lnTo>
                  <a:lnTo>
                    <a:pt x="10491" y="2395"/>
                  </a:lnTo>
                  <a:cubicBezTo>
                    <a:pt x="10491" y="2584"/>
                    <a:pt x="10334" y="2742"/>
                    <a:pt x="10145" y="2742"/>
                  </a:cubicBezTo>
                  <a:lnTo>
                    <a:pt x="9641" y="2742"/>
                  </a:lnTo>
                  <a:cubicBezTo>
                    <a:pt x="9609" y="2868"/>
                    <a:pt x="9546" y="2962"/>
                    <a:pt x="9515" y="3057"/>
                  </a:cubicBezTo>
                  <a:lnTo>
                    <a:pt x="9861" y="3435"/>
                  </a:lnTo>
                  <a:cubicBezTo>
                    <a:pt x="9987" y="3529"/>
                    <a:pt x="9987" y="3781"/>
                    <a:pt x="9861" y="3907"/>
                  </a:cubicBezTo>
                  <a:lnTo>
                    <a:pt x="8885" y="4884"/>
                  </a:lnTo>
                  <a:cubicBezTo>
                    <a:pt x="8822" y="4947"/>
                    <a:pt x="8735" y="4978"/>
                    <a:pt x="8648" y="4978"/>
                  </a:cubicBezTo>
                  <a:cubicBezTo>
                    <a:pt x="8562" y="4978"/>
                    <a:pt x="8475" y="4947"/>
                    <a:pt x="8412" y="4884"/>
                  </a:cubicBezTo>
                  <a:lnTo>
                    <a:pt x="8066" y="4537"/>
                  </a:lnTo>
                  <a:cubicBezTo>
                    <a:pt x="7971" y="4569"/>
                    <a:pt x="7877" y="4600"/>
                    <a:pt x="7751" y="4632"/>
                  </a:cubicBezTo>
                  <a:lnTo>
                    <a:pt x="7751" y="5167"/>
                  </a:lnTo>
                  <a:cubicBezTo>
                    <a:pt x="7751" y="5356"/>
                    <a:pt x="7593" y="5514"/>
                    <a:pt x="7404" y="5514"/>
                  </a:cubicBezTo>
                  <a:lnTo>
                    <a:pt x="5986" y="5514"/>
                  </a:lnTo>
                  <a:cubicBezTo>
                    <a:pt x="5766" y="5514"/>
                    <a:pt x="5608" y="5356"/>
                    <a:pt x="5608" y="5167"/>
                  </a:cubicBezTo>
                  <a:lnTo>
                    <a:pt x="5608" y="4632"/>
                  </a:lnTo>
                  <a:cubicBezTo>
                    <a:pt x="5514" y="4600"/>
                    <a:pt x="5419" y="4569"/>
                    <a:pt x="5293" y="4537"/>
                  </a:cubicBezTo>
                  <a:lnTo>
                    <a:pt x="4947" y="4884"/>
                  </a:lnTo>
                  <a:cubicBezTo>
                    <a:pt x="4884" y="4947"/>
                    <a:pt x="4797" y="4978"/>
                    <a:pt x="4710" y="4978"/>
                  </a:cubicBezTo>
                  <a:cubicBezTo>
                    <a:pt x="4624" y="4978"/>
                    <a:pt x="4537" y="4947"/>
                    <a:pt x="4474" y="4884"/>
                  </a:cubicBezTo>
                  <a:lnTo>
                    <a:pt x="3497" y="3907"/>
                  </a:lnTo>
                  <a:cubicBezTo>
                    <a:pt x="3371" y="3781"/>
                    <a:pt x="3371" y="3529"/>
                    <a:pt x="3497" y="3435"/>
                  </a:cubicBezTo>
                  <a:lnTo>
                    <a:pt x="3844" y="3057"/>
                  </a:lnTo>
                  <a:cubicBezTo>
                    <a:pt x="3812" y="2994"/>
                    <a:pt x="3781" y="2868"/>
                    <a:pt x="3718" y="2742"/>
                  </a:cubicBezTo>
                  <a:lnTo>
                    <a:pt x="3214" y="2742"/>
                  </a:lnTo>
                  <a:cubicBezTo>
                    <a:pt x="3025" y="2742"/>
                    <a:pt x="2867" y="2584"/>
                    <a:pt x="2867" y="2395"/>
                  </a:cubicBezTo>
                  <a:lnTo>
                    <a:pt x="2867" y="2048"/>
                  </a:lnTo>
                  <a:lnTo>
                    <a:pt x="2080" y="2048"/>
                  </a:lnTo>
                  <a:lnTo>
                    <a:pt x="1828" y="820"/>
                  </a:lnTo>
                  <a:cubicBezTo>
                    <a:pt x="1765" y="347"/>
                    <a:pt x="1324" y="1"/>
                    <a:pt x="8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-3718359" y="3628950"/>
              <a:ext cx="155975" cy="156775"/>
            </a:xfrm>
            <a:custGeom>
              <a:rect b="b" l="l" r="r" t="t"/>
              <a:pathLst>
                <a:path extrusionOk="0" h="6271" w="6239">
                  <a:moveTo>
                    <a:pt x="3056" y="1419"/>
                  </a:moveTo>
                  <a:cubicBezTo>
                    <a:pt x="4001" y="1419"/>
                    <a:pt x="4758" y="2175"/>
                    <a:pt x="4758" y="3120"/>
                  </a:cubicBezTo>
                  <a:cubicBezTo>
                    <a:pt x="4758" y="4065"/>
                    <a:pt x="4001" y="4821"/>
                    <a:pt x="3056" y="4821"/>
                  </a:cubicBezTo>
                  <a:cubicBezTo>
                    <a:pt x="2111" y="4821"/>
                    <a:pt x="1355" y="4065"/>
                    <a:pt x="1355" y="3120"/>
                  </a:cubicBezTo>
                  <a:cubicBezTo>
                    <a:pt x="1355" y="2175"/>
                    <a:pt x="2111" y="1419"/>
                    <a:pt x="3056" y="1419"/>
                  </a:cubicBezTo>
                  <a:close/>
                  <a:moveTo>
                    <a:pt x="2773" y="1"/>
                  </a:moveTo>
                  <a:lnTo>
                    <a:pt x="2773" y="442"/>
                  </a:lnTo>
                  <a:cubicBezTo>
                    <a:pt x="2773" y="600"/>
                    <a:pt x="2678" y="726"/>
                    <a:pt x="2521" y="757"/>
                  </a:cubicBezTo>
                  <a:cubicBezTo>
                    <a:pt x="2300" y="789"/>
                    <a:pt x="2080" y="915"/>
                    <a:pt x="1891" y="1041"/>
                  </a:cubicBezTo>
                  <a:cubicBezTo>
                    <a:pt x="1846" y="1063"/>
                    <a:pt x="1793" y="1073"/>
                    <a:pt x="1739" y="1073"/>
                  </a:cubicBezTo>
                  <a:cubicBezTo>
                    <a:pt x="1639" y="1073"/>
                    <a:pt x="1531" y="1039"/>
                    <a:pt x="1450" y="978"/>
                  </a:cubicBezTo>
                  <a:lnTo>
                    <a:pt x="1135" y="663"/>
                  </a:lnTo>
                  <a:lnTo>
                    <a:pt x="662" y="1135"/>
                  </a:lnTo>
                  <a:lnTo>
                    <a:pt x="977" y="1450"/>
                  </a:lnTo>
                  <a:cubicBezTo>
                    <a:pt x="1103" y="1576"/>
                    <a:pt x="1103" y="1734"/>
                    <a:pt x="1009" y="1891"/>
                  </a:cubicBezTo>
                  <a:cubicBezTo>
                    <a:pt x="883" y="2080"/>
                    <a:pt x="819" y="2301"/>
                    <a:pt x="725" y="2521"/>
                  </a:cubicBezTo>
                  <a:cubicBezTo>
                    <a:pt x="693" y="2679"/>
                    <a:pt x="599" y="2805"/>
                    <a:pt x="410" y="2805"/>
                  </a:cubicBezTo>
                  <a:lnTo>
                    <a:pt x="0" y="2805"/>
                  </a:lnTo>
                  <a:lnTo>
                    <a:pt x="0" y="3466"/>
                  </a:lnTo>
                  <a:lnTo>
                    <a:pt x="410" y="3466"/>
                  </a:lnTo>
                  <a:cubicBezTo>
                    <a:pt x="567" y="3466"/>
                    <a:pt x="693" y="3593"/>
                    <a:pt x="725" y="3750"/>
                  </a:cubicBezTo>
                  <a:cubicBezTo>
                    <a:pt x="788" y="3939"/>
                    <a:pt x="883" y="4191"/>
                    <a:pt x="1009" y="4380"/>
                  </a:cubicBezTo>
                  <a:cubicBezTo>
                    <a:pt x="1103" y="4506"/>
                    <a:pt x="1040" y="4695"/>
                    <a:pt x="977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3" y="5220"/>
                    <a:pt x="1608" y="5189"/>
                    <a:pt x="1697" y="5189"/>
                  </a:cubicBezTo>
                  <a:cubicBezTo>
                    <a:pt x="1760" y="5189"/>
                    <a:pt x="1825" y="5205"/>
                    <a:pt x="1891" y="5231"/>
                  </a:cubicBezTo>
                  <a:cubicBezTo>
                    <a:pt x="2080" y="5357"/>
                    <a:pt x="2269" y="5451"/>
                    <a:pt x="2521" y="5514"/>
                  </a:cubicBezTo>
                  <a:cubicBezTo>
                    <a:pt x="2678" y="5546"/>
                    <a:pt x="2773" y="5672"/>
                    <a:pt x="2773" y="5829"/>
                  </a:cubicBezTo>
                  <a:lnTo>
                    <a:pt x="2773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60" y="5546"/>
                    <a:pt x="3718" y="5514"/>
                  </a:cubicBezTo>
                  <a:cubicBezTo>
                    <a:pt x="3938" y="5483"/>
                    <a:pt x="4159" y="5357"/>
                    <a:pt x="4348" y="5231"/>
                  </a:cubicBezTo>
                  <a:cubicBezTo>
                    <a:pt x="4393" y="5208"/>
                    <a:pt x="4445" y="5198"/>
                    <a:pt x="4500" y="5198"/>
                  </a:cubicBezTo>
                  <a:cubicBezTo>
                    <a:pt x="4600" y="5198"/>
                    <a:pt x="4708" y="5233"/>
                    <a:pt x="4789" y="5294"/>
                  </a:cubicBezTo>
                  <a:lnTo>
                    <a:pt x="5104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36" y="4695"/>
                    <a:pt x="5136" y="4538"/>
                    <a:pt x="5230" y="4380"/>
                  </a:cubicBezTo>
                  <a:cubicBezTo>
                    <a:pt x="5356" y="4191"/>
                    <a:pt x="5419" y="3971"/>
                    <a:pt x="5514" y="3750"/>
                  </a:cubicBezTo>
                  <a:cubicBezTo>
                    <a:pt x="5545" y="3593"/>
                    <a:pt x="5671" y="3466"/>
                    <a:pt x="5829" y="3466"/>
                  </a:cubicBezTo>
                  <a:lnTo>
                    <a:pt x="6238" y="3466"/>
                  </a:lnTo>
                  <a:lnTo>
                    <a:pt x="6238" y="2805"/>
                  </a:lnTo>
                  <a:lnTo>
                    <a:pt x="5829" y="2805"/>
                  </a:lnTo>
                  <a:cubicBezTo>
                    <a:pt x="5671" y="2805"/>
                    <a:pt x="5545" y="2679"/>
                    <a:pt x="5514" y="2521"/>
                  </a:cubicBezTo>
                  <a:cubicBezTo>
                    <a:pt x="5451" y="2332"/>
                    <a:pt x="5356" y="2080"/>
                    <a:pt x="5230" y="1891"/>
                  </a:cubicBezTo>
                  <a:cubicBezTo>
                    <a:pt x="5136" y="1765"/>
                    <a:pt x="5199" y="1576"/>
                    <a:pt x="5262" y="1450"/>
                  </a:cubicBezTo>
                  <a:lnTo>
                    <a:pt x="5577" y="1135"/>
                  </a:lnTo>
                  <a:lnTo>
                    <a:pt x="5104" y="663"/>
                  </a:lnTo>
                  <a:lnTo>
                    <a:pt x="4789" y="978"/>
                  </a:lnTo>
                  <a:cubicBezTo>
                    <a:pt x="4715" y="1051"/>
                    <a:pt x="4641" y="1082"/>
                    <a:pt x="4555" y="1082"/>
                  </a:cubicBezTo>
                  <a:cubicBezTo>
                    <a:pt x="4494" y="1082"/>
                    <a:pt x="4426" y="1067"/>
                    <a:pt x="4348" y="1041"/>
                  </a:cubicBezTo>
                  <a:cubicBezTo>
                    <a:pt x="4159" y="915"/>
                    <a:pt x="3970" y="820"/>
                    <a:pt x="3718" y="757"/>
                  </a:cubicBezTo>
                  <a:cubicBezTo>
                    <a:pt x="3560" y="726"/>
                    <a:pt x="3466" y="600"/>
                    <a:pt x="3466" y="442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2" name="Google Shape;782;p29"/>
          <p:cNvGrpSpPr/>
          <p:nvPr/>
        </p:nvGrpSpPr>
        <p:grpSpPr>
          <a:xfrm>
            <a:off x="6114258" y="1422692"/>
            <a:ext cx="350143" cy="351014"/>
            <a:chOff x="-3771675" y="3971775"/>
            <a:chExt cx="291300" cy="292025"/>
          </a:xfrm>
        </p:grpSpPr>
        <p:sp>
          <p:nvSpPr>
            <p:cNvPr id="783" name="Google Shape;783;p29"/>
            <p:cNvSpPr/>
            <p:nvPr/>
          </p:nvSpPr>
          <p:spPr>
            <a:xfrm>
              <a:off x="-3770100" y="3971775"/>
              <a:ext cx="218975" cy="66775"/>
            </a:xfrm>
            <a:custGeom>
              <a:rect b="b" l="l" r="r" t="t"/>
              <a:pathLst>
                <a:path extrusionOk="0" h="2671" w="8759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9"/>
            <p:cNvSpPr/>
            <p:nvPr/>
          </p:nvSpPr>
          <p:spPr>
            <a:xfrm>
              <a:off x="-3771675" y="4030650"/>
              <a:ext cx="222125" cy="78000"/>
            </a:xfrm>
            <a:custGeom>
              <a:rect b="b" l="l" r="r" t="t"/>
              <a:pathLst>
                <a:path extrusionOk="0" h="3120" w="8885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9"/>
            <p:cNvSpPr/>
            <p:nvPr/>
          </p:nvSpPr>
          <p:spPr>
            <a:xfrm>
              <a:off x="-3669425" y="4074750"/>
              <a:ext cx="189050" cy="189050"/>
            </a:xfrm>
            <a:custGeom>
              <a:rect b="b" l="l" r="r" t="t"/>
              <a:pathLst>
                <a:path extrusionOk="0" h="7562" w="7562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9"/>
            <p:cNvSpPr/>
            <p:nvPr/>
          </p:nvSpPr>
          <p:spPr>
            <a:xfrm>
              <a:off x="-3771675" y="4099950"/>
              <a:ext cx="94525" cy="76425"/>
            </a:xfrm>
            <a:custGeom>
              <a:rect b="b" l="l" r="r" t="t"/>
              <a:pathLst>
                <a:path extrusionOk="0" h="3057" w="3781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9"/>
            <p:cNvSpPr/>
            <p:nvPr/>
          </p:nvSpPr>
          <p:spPr>
            <a:xfrm>
              <a:off x="-3771675" y="4167700"/>
              <a:ext cx="135500" cy="95325"/>
            </a:xfrm>
            <a:custGeom>
              <a:rect b="b" l="l" r="r" t="t"/>
              <a:pathLst>
                <a:path extrusionOk="0" h="3813" w="542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8" name="Google Shape;788;p29"/>
          <p:cNvSpPr/>
          <p:nvPr/>
        </p:nvSpPr>
        <p:spPr>
          <a:xfrm flipH="1">
            <a:off x="5784472" y="1444801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9"/>
          <p:cNvSpPr/>
          <p:nvPr/>
        </p:nvSpPr>
        <p:spPr>
          <a:xfrm flipH="1">
            <a:off x="5784472" y="3030638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9"/>
          <p:cNvSpPr/>
          <p:nvPr/>
        </p:nvSpPr>
        <p:spPr>
          <a:xfrm flipH="1">
            <a:off x="3412066" y="1444801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9"/>
          <p:cNvSpPr/>
          <p:nvPr/>
        </p:nvSpPr>
        <p:spPr>
          <a:xfrm flipH="1">
            <a:off x="3412066" y="3030638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9"/>
          <p:cNvSpPr/>
          <p:nvPr/>
        </p:nvSpPr>
        <p:spPr>
          <a:xfrm flipH="1">
            <a:off x="1039660" y="1444801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9"/>
          <p:cNvSpPr/>
          <p:nvPr/>
        </p:nvSpPr>
        <p:spPr>
          <a:xfrm flipH="1">
            <a:off x="1039660" y="3030638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9"/>
          <p:cNvSpPr txBox="1"/>
          <p:nvPr/>
        </p:nvSpPr>
        <p:spPr>
          <a:xfrm>
            <a:off x="771300" y="4627500"/>
            <a:ext cx="2570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* </a:t>
            </a:r>
            <a:r>
              <a:rPr b="1" lang="en"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Boilerplate</a:t>
            </a:r>
            <a:r>
              <a:rPr b="1" lang="en"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"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 Modèle de projet prêt à l'emploi</a:t>
            </a:r>
            <a:endParaRPr b="1" sz="900" u="sng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95" name="Google Shape;795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0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Déroulement et </a:t>
            </a:r>
            <a:r>
              <a:rPr b="1" lang="en"/>
              <a:t>mise en œuvre</a:t>
            </a:r>
            <a:endParaRPr b="1"/>
          </a:p>
        </p:txBody>
      </p:sp>
      <p:sp>
        <p:nvSpPr>
          <p:cNvPr id="801" name="Google Shape;801;p30"/>
          <p:cNvSpPr/>
          <p:nvPr/>
        </p:nvSpPr>
        <p:spPr>
          <a:xfrm>
            <a:off x="713213" y="1283544"/>
            <a:ext cx="201900" cy="20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2" name="Google Shape;802;p30"/>
          <p:cNvSpPr txBox="1"/>
          <p:nvPr/>
        </p:nvSpPr>
        <p:spPr>
          <a:xfrm>
            <a:off x="971200" y="1233750"/>
            <a:ext cx="2786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5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Étapes principales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3" name="Google Shape;803;p30"/>
          <p:cNvSpPr/>
          <p:nvPr/>
        </p:nvSpPr>
        <p:spPr>
          <a:xfrm>
            <a:off x="1850166" y="3520103"/>
            <a:ext cx="14833" cy="328683"/>
          </a:xfrm>
          <a:custGeom>
            <a:rect b="b" l="l" r="r" t="t"/>
            <a:pathLst>
              <a:path extrusionOk="0" h="10836" w="489">
                <a:moveTo>
                  <a:pt x="238" y="1"/>
                </a:moveTo>
                <a:cubicBezTo>
                  <a:pt x="107" y="1"/>
                  <a:pt x="0" y="108"/>
                  <a:pt x="0" y="251"/>
                </a:cubicBezTo>
                <a:lnTo>
                  <a:pt x="0" y="10597"/>
                </a:lnTo>
                <a:cubicBezTo>
                  <a:pt x="0" y="10728"/>
                  <a:pt x="107" y="10835"/>
                  <a:pt x="238" y="10835"/>
                </a:cubicBezTo>
                <a:cubicBezTo>
                  <a:pt x="381" y="10835"/>
                  <a:pt x="488" y="10728"/>
                  <a:pt x="488" y="10597"/>
                </a:cubicBezTo>
                <a:lnTo>
                  <a:pt x="488" y="251"/>
                </a:lnTo>
                <a:cubicBezTo>
                  <a:pt x="488" y="108"/>
                  <a:pt x="381" y="1"/>
                  <a:pt x="238" y="1"/>
                </a:cubicBez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04" name="Google Shape;804;p30"/>
          <p:cNvSpPr/>
          <p:nvPr/>
        </p:nvSpPr>
        <p:spPr>
          <a:xfrm>
            <a:off x="1823433" y="2551507"/>
            <a:ext cx="301232" cy="988870"/>
          </a:xfrm>
          <a:custGeom>
            <a:rect b="b" l="l" r="r" t="t"/>
            <a:pathLst>
              <a:path extrusionOk="0" h="32601" w="9931">
                <a:moveTo>
                  <a:pt x="382" y="0"/>
                </a:moveTo>
                <a:cubicBezTo>
                  <a:pt x="263" y="0"/>
                  <a:pt x="156" y="60"/>
                  <a:pt x="96" y="167"/>
                </a:cubicBezTo>
                <a:cubicBezTo>
                  <a:pt x="1" y="322"/>
                  <a:pt x="48" y="536"/>
                  <a:pt x="203" y="631"/>
                </a:cubicBezTo>
                <a:cubicBezTo>
                  <a:pt x="5740" y="3941"/>
                  <a:pt x="9097" y="9751"/>
                  <a:pt x="9169" y="16193"/>
                </a:cubicBezTo>
                <a:cubicBezTo>
                  <a:pt x="9252" y="22634"/>
                  <a:pt x="6049" y="28528"/>
                  <a:pt x="596" y="31980"/>
                </a:cubicBezTo>
                <a:cubicBezTo>
                  <a:pt x="429" y="32076"/>
                  <a:pt x="394" y="32290"/>
                  <a:pt x="489" y="32445"/>
                </a:cubicBezTo>
                <a:cubicBezTo>
                  <a:pt x="551" y="32546"/>
                  <a:pt x="664" y="32601"/>
                  <a:pt x="777" y="32601"/>
                </a:cubicBezTo>
                <a:cubicBezTo>
                  <a:pt x="838" y="32601"/>
                  <a:pt x="899" y="32585"/>
                  <a:pt x="953" y="32552"/>
                </a:cubicBezTo>
                <a:cubicBezTo>
                  <a:pt x="6609" y="28980"/>
                  <a:pt x="9931" y="22860"/>
                  <a:pt x="9847" y="16181"/>
                </a:cubicBezTo>
                <a:cubicBezTo>
                  <a:pt x="9764" y="9513"/>
                  <a:pt x="6299" y="3477"/>
                  <a:pt x="560" y="48"/>
                </a:cubicBezTo>
                <a:cubicBezTo>
                  <a:pt x="501" y="12"/>
                  <a:pt x="441" y="0"/>
                  <a:pt x="382" y="0"/>
                </a:cubicBez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805" name="Google Shape;805;p30"/>
          <p:cNvGrpSpPr/>
          <p:nvPr/>
        </p:nvGrpSpPr>
        <p:grpSpPr>
          <a:xfrm>
            <a:off x="3673580" y="1749742"/>
            <a:ext cx="2492651" cy="2705407"/>
            <a:chOff x="2731617" y="1444942"/>
            <a:chExt cx="2492651" cy="2705407"/>
          </a:xfrm>
        </p:grpSpPr>
        <p:sp>
          <p:nvSpPr>
            <p:cNvPr id="806" name="Google Shape;806;p30"/>
            <p:cNvSpPr/>
            <p:nvPr/>
          </p:nvSpPr>
          <p:spPr>
            <a:xfrm>
              <a:off x="2994908" y="3234080"/>
              <a:ext cx="14833" cy="766745"/>
            </a:xfrm>
            <a:custGeom>
              <a:rect b="b" l="l" r="r" t="t"/>
              <a:pathLst>
                <a:path extrusionOk="0" h="25278" w="489">
                  <a:moveTo>
                    <a:pt x="0" y="1"/>
                  </a:moveTo>
                  <a:lnTo>
                    <a:pt x="0" y="25278"/>
                  </a:lnTo>
                  <a:lnTo>
                    <a:pt x="488" y="25278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07" name="Google Shape;807;p30"/>
            <p:cNvSpPr/>
            <p:nvPr/>
          </p:nvSpPr>
          <p:spPr>
            <a:xfrm>
              <a:off x="2923019" y="3991437"/>
              <a:ext cx="158942" cy="158912"/>
            </a:xfrm>
            <a:custGeom>
              <a:rect b="b" l="l" r="r" t="t"/>
              <a:pathLst>
                <a:path extrusionOk="0" h="5239" w="5240">
                  <a:moveTo>
                    <a:pt x="2620" y="488"/>
                  </a:moveTo>
                  <a:cubicBezTo>
                    <a:pt x="3787" y="488"/>
                    <a:pt x="4740" y="1453"/>
                    <a:pt x="4740" y="2620"/>
                  </a:cubicBezTo>
                  <a:cubicBezTo>
                    <a:pt x="4740" y="3798"/>
                    <a:pt x="3787" y="4751"/>
                    <a:pt x="2620" y="4751"/>
                  </a:cubicBezTo>
                  <a:cubicBezTo>
                    <a:pt x="1442" y="4751"/>
                    <a:pt x="489" y="3798"/>
                    <a:pt x="489" y="2620"/>
                  </a:cubicBezTo>
                  <a:cubicBezTo>
                    <a:pt x="489" y="1453"/>
                    <a:pt x="1442" y="488"/>
                    <a:pt x="2620" y="488"/>
                  </a:cubicBezTo>
                  <a:close/>
                  <a:moveTo>
                    <a:pt x="2620" y="0"/>
                  </a:moveTo>
                  <a:cubicBezTo>
                    <a:pt x="1180" y="0"/>
                    <a:pt x="1" y="1179"/>
                    <a:pt x="1" y="2620"/>
                  </a:cubicBezTo>
                  <a:cubicBezTo>
                    <a:pt x="1" y="4060"/>
                    <a:pt x="1180" y="5239"/>
                    <a:pt x="2620" y="5239"/>
                  </a:cubicBezTo>
                  <a:cubicBezTo>
                    <a:pt x="4061" y="5239"/>
                    <a:pt x="5240" y="4060"/>
                    <a:pt x="5240" y="2620"/>
                  </a:cubicBezTo>
                  <a:cubicBezTo>
                    <a:pt x="5240" y="1179"/>
                    <a:pt x="4061" y="0"/>
                    <a:pt x="2620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2962755" y="4031143"/>
              <a:ext cx="79471" cy="79501"/>
            </a:xfrm>
            <a:custGeom>
              <a:rect b="b" l="l" r="r" t="t"/>
              <a:pathLst>
                <a:path extrusionOk="0" h="2621" w="2620">
                  <a:moveTo>
                    <a:pt x="1310" y="1"/>
                  </a:moveTo>
                  <a:cubicBezTo>
                    <a:pt x="584" y="1"/>
                    <a:pt x="1" y="584"/>
                    <a:pt x="1" y="1311"/>
                  </a:cubicBezTo>
                  <a:cubicBezTo>
                    <a:pt x="1" y="2037"/>
                    <a:pt x="584" y="2620"/>
                    <a:pt x="1310" y="2620"/>
                  </a:cubicBezTo>
                  <a:cubicBezTo>
                    <a:pt x="2037" y="2620"/>
                    <a:pt x="2620" y="2037"/>
                    <a:pt x="2620" y="1311"/>
                  </a:cubicBezTo>
                  <a:cubicBezTo>
                    <a:pt x="2620" y="584"/>
                    <a:pt x="2037" y="1"/>
                    <a:pt x="1310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3595502" y="2250256"/>
              <a:ext cx="292921" cy="504975"/>
            </a:xfrm>
            <a:custGeom>
              <a:rect b="b" l="l" r="r" t="t"/>
              <a:pathLst>
                <a:path extrusionOk="0" h="16648" w="9657">
                  <a:moveTo>
                    <a:pt x="384" y="1"/>
                  </a:moveTo>
                  <a:cubicBezTo>
                    <a:pt x="270" y="1"/>
                    <a:pt x="158" y="56"/>
                    <a:pt x="96" y="157"/>
                  </a:cubicBezTo>
                  <a:cubicBezTo>
                    <a:pt x="0" y="324"/>
                    <a:pt x="48" y="526"/>
                    <a:pt x="203" y="621"/>
                  </a:cubicBezTo>
                  <a:cubicBezTo>
                    <a:pt x="5692" y="4003"/>
                    <a:pt x="8978" y="9861"/>
                    <a:pt x="8978" y="16302"/>
                  </a:cubicBezTo>
                  <a:cubicBezTo>
                    <a:pt x="8978" y="16492"/>
                    <a:pt x="9121" y="16647"/>
                    <a:pt x="9311" y="16647"/>
                  </a:cubicBezTo>
                  <a:cubicBezTo>
                    <a:pt x="9502" y="16647"/>
                    <a:pt x="9656" y="16492"/>
                    <a:pt x="9656" y="16302"/>
                  </a:cubicBezTo>
                  <a:cubicBezTo>
                    <a:pt x="9656" y="9623"/>
                    <a:pt x="6251" y="3550"/>
                    <a:pt x="560" y="50"/>
                  </a:cubicBezTo>
                  <a:cubicBezTo>
                    <a:pt x="506" y="17"/>
                    <a:pt x="445" y="1"/>
                    <a:pt x="384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10" name="Google Shape;810;p30"/>
            <p:cNvSpPr/>
            <p:nvPr/>
          </p:nvSpPr>
          <p:spPr>
            <a:xfrm>
              <a:off x="2731617" y="2250256"/>
              <a:ext cx="292921" cy="988900"/>
            </a:xfrm>
            <a:custGeom>
              <a:rect b="b" l="l" r="r" t="t"/>
              <a:pathLst>
                <a:path extrusionOk="0" h="32602" w="9657">
                  <a:moveTo>
                    <a:pt x="9267" y="1"/>
                  </a:moveTo>
                  <a:cubicBezTo>
                    <a:pt x="9206" y="1"/>
                    <a:pt x="9143" y="17"/>
                    <a:pt x="9085" y="50"/>
                  </a:cubicBezTo>
                  <a:cubicBezTo>
                    <a:pt x="3394" y="3550"/>
                    <a:pt x="1" y="9623"/>
                    <a:pt x="1" y="16302"/>
                  </a:cubicBezTo>
                  <a:cubicBezTo>
                    <a:pt x="1" y="22981"/>
                    <a:pt x="3394" y="29053"/>
                    <a:pt x="9085" y="32554"/>
                  </a:cubicBezTo>
                  <a:cubicBezTo>
                    <a:pt x="9145" y="32590"/>
                    <a:pt x="9204" y="32602"/>
                    <a:pt x="9264" y="32602"/>
                  </a:cubicBezTo>
                  <a:cubicBezTo>
                    <a:pt x="9383" y="32602"/>
                    <a:pt x="9490" y="32554"/>
                    <a:pt x="9561" y="32447"/>
                  </a:cubicBezTo>
                  <a:cubicBezTo>
                    <a:pt x="9657" y="32292"/>
                    <a:pt x="9609" y="32078"/>
                    <a:pt x="9442" y="31982"/>
                  </a:cubicBezTo>
                  <a:cubicBezTo>
                    <a:pt x="3953" y="28601"/>
                    <a:pt x="667" y="22743"/>
                    <a:pt x="667" y="16302"/>
                  </a:cubicBezTo>
                  <a:cubicBezTo>
                    <a:pt x="667" y="9861"/>
                    <a:pt x="3953" y="4003"/>
                    <a:pt x="9442" y="621"/>
                  </a:cubicBezTo>
                  <a:cubicBezTo>
                    <a:pt x="9609" y="526"/>
                    <a:pt x="9657" y="324"/>
                    <a:pt x="9561" y="157"/>
                  </a:cubicBezTo>
                  <a:cubicBezTo>
                    <a:pt x="9492" y="56"/>
                    <a:pt x="9381" y="1"/>
                    <a:pt x="9267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11" name="Google Shape;811;p30"/>
            <p:cNvSpPr/>
            <p:nvPr/>
          </p:nvSpPr>
          <p:spPr>
            <a:xfrm>
              <a:off x="3595502" y="2734615"/>
              <a:ext cx="292921" cy="504551"/>
            </a:xfrm>
            <a:custGeom>
              <a:rect b="b" l="l" r="r" t="t"/>
              <a:pathLst>
                <a:path extrusionOk="0" h="16634" w="9657">
                  <a:moveTo>
                    <a:pt x="9311" y="1"/>
                  </a:moveTo>
                  <a:cubicBezTo>
                    <a:pt x="9121" y="1"/>
                    <a:pt x="8978" y="143"/>
                    <a:pt x="8978" y="334"/>
                  </a:cubicBezTo>
                  <a:cubicBezTo>
                    <a:pt x="8978" y="6775"/>
                    <a:pt x="5692" y="12633"/>
                    <a:pt x="203" y="16014"/>
                  </a:cubicBezTo>
                  <a:cubicBezTo>
                    <a:pt x="48" y="16110"/>
                    <a:pt x="0" y="16324"/>
                    <a:pt x="96" y="16479"/>
                  </a:cubicBezTo>
                  <a:cubicBezTo>
                    <a:pt x="155" y="16586"/>
                    <a:pt x="262" y="16634"/>
                    <a:pt x="381" y="16634"/>
                  </a:cubicBezTo>
                  <a:cubicBezTo>
                    <a:pt x="441" y="16634"/>
                    <a:pt x="500" y="16622"/>
                    <a:pt x="560" y="16586"/>
                  </a:cubicBezTo>
                  <a:cubicBezTo>
                    <a:pt x="6251" y="13085"/>
                    <a:pt x="9656" y="7013"/>
                    <a:pt x="9656" y="334"/>
                  </a:cubicBezTo>
                  <a:cubicBezTo>
                    <a:pt x="9656" y="143"/>
                    <a:pt x="9502" y="1"/>
                    <a:pt x="9311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2820463" y="2255352"/>
              <a:ext cx="978739" cy="978739"/>
            </a:xfrm>
            <a:custGeom>
              <a:rect b="b" l="l" r="r" t="t"/>
              <a:pathLst>
                <a:path extrusionOk="0" h="32267" w="32267">
                  <a:moveTo>
                    <a:pt x="16134" y="334"/>
                  </a:moveTo>
                  <a:cubicBezTo>
                    <a:pt x="24849" y="334"/>
                    <a:pt x="31933" y="7430"/>
                    <a:pt x="31933" y="16134"/>
                  </a:cubicBezTo>
                  <a:cubicBezTo>
                    <a:pt x="31933" y="24849"/>
                    <a:pt x="24849" y="31933"/>
                    <a:pt x="16134" y="31933"/>
                  </a:cubicBezTo>
                  <a:cubicBezTo>
                    <a:pt x="7418" y="31933"/>
                    <a:pt x="334" y="24849"/>
                    <a:pt x="334" y="16134"/>
                  </a:cubicBezTo>
                  <a:cubicBezTo>
                    <a:pt x="334" y="7430"/>
                    <a:pt x="7418" y="334"/>
                    <a:pt x="16134" y="334"/>
                  </a:cubicBezTo>
                  <a:close/>
                  <a:moveTo>
                    <a:pt x="16134" y="1"/>
                  </a:moveTo>
                  <a:cubicBezTo>
                    <a:pt x="7240" y="1"/>
                    <a:pt x="1" y="7240"/>
                    <a:pt x="1" y="16134"/>
                  </a:cubicBezTo>
                  <a:cubicBezTo>
                    <a:pt x="1" y="25028"/>
                    <a:pt x="7240" y="32267"/>
                    <a:pt x="16134" y="32267"/>
                  </a:cubicBezTo>
                  <a:cubicBezTo>
                    <a:pt x="25027" y="32267"/>
                    <a:pt x="32266" y="25028"/>
                    <a:pt x="32266" y="16134"/>
                  </a:cubicBezTo>
                  <a:cubicBezTo>
                    <a:pt x="32266" y="7240"/>
                    <a:pt x="25027" y="1"/>
                    <a:pt x="16134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13" name="Google Shape;813;p30"/>
            <p:cNvSpPr/>
            <p:nvPr/>
          </p:nvSpPr>
          <p:spPr>
            <a:xfrm>
              <a:off x="3299725" y="2331943"/>
              <a:ext cx="422926" cy="423290"/>
            </a:xfrm>
            <a:custGeom>
              <a:rect b="b" l="l" r="r" t="t"/>
              <a:pathLst>
                <a:path extrusionOk="0" h="13955" w="13943">
                  <a:moveTo>
                    <a:pt x="334" y="0"/>
                  </a:moveTo>
                  <a:cubicBezTo>
                    <a:pt x="143" y="0"/>
                    <a:pt x="0" y="155"/>
                    <a:pt x="0" y="333"/>
                  </a:cubicBezTo>
                  <a:cubicBezTo>
                    <a:pt x="0" y="524"/>
                    <a:pt x="143" y="679"/>
                    <a:pt x="334" y="679"/>
                  </a:cubicBezTo>
                  <a:cubicBezTo>
                    <a:pt x="7465" y="679"/>
                    <a:pt x="13264" y="6477"/>
                    <a:pt x="13264" y="13609"/>
                  </a:cubicBezTo>
                  <a:cubicBezTo>
                    <a:pt x="13264" y="13799"/>
                    <a:pt x="13418" y="13954"/>
                    <a:pt x="13609" y="13954"/>
                  </a:cubicBezTo>
                  <a:cubicBezTo>
                    <a:pt x="13788" y="13954"/>
                    <a:pt x="13942" y="13799"/>
                    <a:pt x="13942" y="13609"/>
                  </a:cubicBezTo>
                  <a:cubicBezTo>
                    <a:pt x="13942" y="6108"/>
                    <a:pt x="7834" y="0"/>
                    <a:pt x="334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2864901" y="2698427"/>
              <a:ext cx="397993" cy="471488"/>
            </a:xfrm>
            <a:custGeom>
              <a:rect b="b" l="l" r="r" t="t"/>
              <a:pathLst>
                <a:path extrusionOk="0" h="15544" w="13121">
                  <a:moveTo>
                    <a:pt x="1301" y="0"/>
                  </a:moveTo>
                  <a:cubicBezTo>
                    <a:pt x="1130" y="0"/>
                    <a:pt x="986" y="125"/>
                    <a:pt x="964" y="301"/>
                  </a:cubicBezTo>
                  <a:cubicBezTo>
                    <a:pt x="0" y="7742"/>
                    <a:pt x="5274" y="14576"/>
                    <a:pt x="12716" y="15541"/>
                  </a:cubicBezTo>
                  <a:cubicBezTo>
                    <a:pt x="12731" y="15542"/>
                    <a:pt x="12746" y="15543"/>
                    <a:pt x="12760" y="15543"/>
                  </a:cubicBezTo>
                  <a:cubicBezTo>
                    <a:pt x="12932" y="15543"/>
                    <a:pt x="13075" y="15418"/>
                    <a:pt x="13097" y="15243"/>
                  </a:cubicBezTo>
                  <a:cubicBezTo>
                    <a:pt x="13121" y="15064"/>
                    <a:pt x="12990" y="14886"/>
                    <a:pt x="12811" y="14862"/>
                  </a:cubicBezTo>
                  <a:cubicBezTo>
                    <a:pt x="5739" y="13957"/>
                    <a:pt x="726" y="7456"/>
                    <a:pt x="1631" y="384"/>
                  </a:cubicBezTo>
                  <a:cubicBezTo>
                    <a:pt x="1655" y="205"/>
                    <a:pt x="1524" y="27"/>
                    <a:pt x="1345" y="3"/>
                  </a:cubicBezTo>
                  <a:cubicBezTo>
                    <a:pt x="1330" y="1"/>
                    <a:pt x="1316" y="0"/>
                    <a:pt x="1301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2976496" y="2411749"/>
              <a:ext cx="666678" cy="667072"/>
            </a:xfrm>
            <a:custGeom>
              <a:rect b="b" l="l" r="r" t="t"/>
              <a:pathLst>
                <a:path extrusionOk="0" h="21992" w="21979">
                  <a:moveTo>
                    <a:pt x="10990" y="0"/>
                  </a:moveTo>
                  <a:cubicBezTo>
                    <a:pt x="4917" y="0"/>
                    <a:pt x="0" y="4930"/>
                    <a:pt x="0" y="11002"/>
                  </a:cubicBezTo>
                  <a:cubicBezTo>
                    <a:pt x="0" y="17062"/>
                    <a:pt x="4917" y="21991"/>
                    <a:pt x="10990" y="21991"/>
                  </a:cubicBezTo>
                  <a:cubicBezTo>
                    <a:pt x="17062" y="21991"/>
                    <a:pt x="21979" y="17062"/>
                    <a:pt x="21979" y="11002"/>
                  </a:cubicBezTo>
                  <a:cubicBezTo>
                    <a:pt x="21979" y="4930"/>
                    <a:pt x="17062" y="0"/>
                    <a:pt x="10990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Partie </a:t>
              </a:r>
              <a:r>
                <a:rPr lang="en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</a:t>
              </a:r>
              <a:endParaRPr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3233629" y="1882649"/>
              <a:ext cx="158942" cy="158942"/>
            </a:xfrm>
            <a:custGeom>
              <a:rect b="b" l="l" r="r" t="t"/>
              <a:pathLst>
                <a:path extrusionOk="0" h="5240" w="5240">
                  <a:moveTo>
                    <a:pt x="2620" y="501"/>
                  </a:moveTo>
                  <a:cubicBezTo>
                    <a:pt x="3786" y="501"/>
                    <a:pt x="4751" y="1453"/>
                    <a:pt x="4751" y="2620"/>
                  </a:cubicBezTo>
                  <a:cubicBezTo>
                    <a:pt x="4751" y="3799"/>
                    <a:pt x="3786" y="4751"/>
                    <a:pt x="2620" y="4751"/>
                  </a:cubicBezTo>
                  <a:cubicBezTo>
                    <a:pt x="1441" y="4751"/>
                    <a:pt x="488" y="3799"/>
                    <a:pt x="488" y="2620"/>
                  </a:cubicBezTo>
                  <a:cubicBezTo>
                    <a:pt x="488" y="1453"/>
                    <a:pt x="1441" y="501"/>
                    <a:pt x="2620" y="501"/>
                  </a:cubicBezTo>
                  <a:close/>
                  <a:moveTo>
                    <a:pt x="2620" y="1"/>
                  </a:moveTo>
                  <a:cubicBezTo>
                    <a:pt x="1179" y="1"/>
                    <a:pt x="0" y="1179"/>
                    <a:pt x="0" y="2620"/>
                  </a:cubicBezTo>
                  <a:cubicBezTo>
                    <a:pt x="0" y="4061"/>
                    <a:pt x="1179" y="5239"/>
                    <a:pt x="2620" y="5239"/>
                  </a:cubicBezTo>
                  <a:cubicBezTo>
                    <a:pt x="4060" y="5239"/>
                    <a:pt x="5239" y="4061"/>
                    <a:pt x="5239" y="2620"/>
                  </a:cubicBezTo>
                  <a:cubicBezTo>
                    <a:pt x="5239" y="1179"/>
                    <a:pt x="4060" y="1"/>
                    <a:pt x="2620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3273335" y="1922385"/>
              <a:ext cx="79501" cy="79471"/>
            </a:xfrm>
            <a:custGeom>
              <a:rect b="b" l="l" r="r" t="t"/>
              <a:pathLst>
                <a:path extrusionOk="0" h="2620" w="2621">
                  <a:moveTo>
                    <a:pt x="1311" y="0"/>
                  </a:moveTo>
                  <a:cubicBezTo>
                    <a:pt x="584" y="0"/>
                    <a:pt x="1" y="584"/>
                    <a:pt x="1" y="1310"/>
                  </a:cubicBezTo>
                  <a:cubicBezTo>
                    <a:pt x="1" y="2036"/>
                    <a:pt x="584" y="2620"/>
                    <a:pt x="1311" y="2620"/>
                  </a:cubicBezTo>
                  <a:cubicBezTo>
                    <a:pt x="2037" y="2620"/>
                    <a:pt x="2620" y="2036"/>
                    <a:pt x="2620" y="1310"/>
                  </a:cubicBezTo>
                  <a:cubicBezTo>
                    <a:pt x="2620" y="584"/>
                    <a:pt x="2037" y="0"/>
                    <a:pt x="1311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2931330" y="1444942"/>
              <a:ext cx="863172" cy="524783"/>
            </a:xfrm>
            <a:custGeom>
              <a:rect b="b" l="l" r="r" t="t"/>
              <a:pathLst>
                <a:path extrusionOk="0" h="17301" w="28457">
                  <a:moveTo>
                    <a:pt x="1811" y="0"/>
                  </a:moveTo>
                  <a:cubicBezTo>
                    <a:pt x="810" y="0"/>
                    <a:pt x="1" y="822"/>
                    <a:pt x="1" y="1822"/>
                  </a:cubicBezTo>
                  <a:lnTo>
                    <a:pt x="1" y="15490"/>
                  </a:lnTo>
                  <a:cubicBezTo>
                    <a:pt x="1" y="16491"/>
                    <a:pt x="810" y="17300"/>
                    <a:pt x="1811" y="17300"/>
                  </a:cubicBezTo>
                  <a:lnTo>
                    <a:pt x="10097" y="17300"/>
                  </a:lnTo>
                  <a:cubicBezTo>
                    <a:pt x="10228" y="17300"/>
                    <a:pt x="10335" y="17193"/>
                    <a:pt x="10335" y="17050"/>
                  </a:cubicBezTo>
                  <a:cubicBezTo>
                    <a:pt x="10335" y="16919"/>
                    <a:pt x="10228" y="16812"/>
                    <a:pt x="10097" y="16812"/>
                  </a:cubicBezTo>
                  <a:lnTo>
                    <a:pt x="1811" y="16812"/>
                  </a:lnTo>
                  <a:cubicBezTo>
                    <a:pt x="1084" y="16812"/>
                    <a:pt x="489" y="16217"/>
                    <a:pt x="489" y="15490"/>
                  </a:cubicBezTo>
                  <a:lnTo>
                    <a:pt x="489" y="1822"/>
                  </a:lnTo>
                  <a:cubicBezTo>
                    <a:pt x="489" y="1084"/>
                    <a:pt x="1084" y="500"/>
                    <a:pt x="1811" y="500"/>
                  </a:cubicBezTo>
                  <a:lnTo>
                    <a:pt x="26647" y="500"/>
                  </a:lnTo>
                  <a:cubicBezTo>
                    <a:pt x="27385" y="500"/>
                    <a:pt x="27969" y="1084"/>
                    <a:pt x="27969" y="1822"/>
                  </a:cubicBezTo>
                  <a:lnTo>
                    <a:pt x="27969" y="15490"/>
                  </a:lnTo>
                  <a:cubicBezTo>
                    <a:pt x="27969" y="16217"/>
                    <a:pt x="27385" y="16812"/>
                    <a:pt x="26647" y="16812"/>
                  </a:cubicBezTo>
                  <a:lnTo>
                    <a:pt x="20968" y="16812"/>
                  </a:lnTo>
                  <a:cubicBezTo>
                    <a:pt x="20837" y="16812"/>
                    <a:pt x="20730" y="16919"/>
                    <a:pt x="20730" y="17050"/>
                  </a:cubicBezTo>
                  <a:cubicBezTo>
                    <a:pt x="20730" y="17193"/>
                    <a:pt x="20837" y="17300"/>
                    <a:pt x="20968" y="17300"/>
                  </a:cubicBezTo>
                  <a:lnTo>
                    <a:pt x="26647" y="17300"/>
                  </a:lnTo>
                  <a:cubicBezTo>
                    <a:pt x="27647" y="17300"/>
                    <a:pt x="28457" y="16491"/>
                    <a:pt x="28457" y="15490"/>
                  </a:cubicBezTo>
                  <a:lnTo>
                    <a:pt x="28457" y="1822"/>
                  </a:lnTo>
                  <a:cubicBezTo>
                    <a:pt x="28457" y="822"/>
                    <a:pt x="27647" y="0"/>
                    <a:pt x="26647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compatibilité</a:t>
              </a:r>
              <a:endParaRPr sz="10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19" name="Google Shape;819;p30"/>
            <p:cNvSpPr/>
            <p:nvPr/>
          </p:nvSpPr>
          <p:spPr>
            <a:xfrm>
              <a:off x="3625835" y="1954872"/>
              <a:ext cx="14833" cy="328683"/>
            </a:xfrm>
            <a:custGeom>
              <a:rect b="b" l="l" r="r" t="t"/>
              <a:pathLst>
                <a:path extrusionOk="0" h="10836" w="489">
                  <a:moveTo>
                    <a:pt x="239" y="1"/>
                  </a:moveTo>
                  <a:cubicBezTo>
                    <a:pt x="108" y="1"/>
                    <a:pt x="0" y="108"/>
                    <a:pt x="0" y="239"/>
                  </a:cubicBezTo>
                  <a:lnTo>
                    <a:pt x="0" y="10586"/>
                  </a:lnTo>
                  <a:cubicBezTo>
                    <a:pt x="0" y="10728"/>
                    <a:pt x="108" y="10836"/>
                    <a:pt x="239" y="10836"/>
                  </a:cubicBezTo>
                  <a:cubicBezTo>
                    <a:pt x="381" y="10836"/>
                    <a:pt x="489" y="10728"/>
                    <a:pt x="489" y="10586"/>
                  </a:cubicBezTo>
                  <a:lnTo>
                    <a:pt x="489" y="239"/>
                  </a:lnTo>
                  <a:cubicBezTo>
                    <a:pt x="489" y="108"/>
                    <a:pt x="381" y="1"/>
                    <a:pt x="239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20" name="Google Shape;820;p30"/>
            <p:cNvSpPr txBox="1"/>
            <p:nvPr/>
          </p:nvSpPr>
          <p:spPr>
            <a:xfrm>
              <a:off x="3084068" y="3519675"/>
              <a:ext cx="21402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Utilisation de technologies spécifiques pour assurer une compatibilité multiplateforme.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21" name="Google Shape;821;p30"/>
          <p:cNvGrpSpPr/>
          <p:nvPr/>
        </p:nvGrpSpPr>
        <p:grpSpPr>
          <a:xfrm>
            <a:off x="963188" y="1663050"/>
            <a:ext cx="2490618" cy="2695662"/>
            <a:chOff x="859425" y="1358250"/>
            <a:chExt cx="2490618" cy="2695662"/>
          </a:xfrm>
        </p:grpSpPr>
        <p:sp>
          <p:nvSpPr>
            <p:cNvPr id="822" name="Google Shape;822;p30"/>
            <p:cNvSpPr/>
            <p:nvPr/>
          </p:nvSpPr>
          <p:spPr>
            <a:xfrm>
              <a:off x="1354198" y="3457271"/>
              <a:ext cx="158912" cy="158942"/>
            </a:xfrm>
            <a:custGeom>
              <a:rect b="b" l="l" r="r" t="t"/>
              <a:pathLst>
                <a:path extrusionOk="0" h="5240" w="5239">
                  <a:moveTo>
                    <a:pt x="2619" y="489"/>
                  </a:moveTo>
                  <a:cubicBezTo>
                    <a:pt x="3786" y="489"/>
                    <a:pt x="4751" y="1442"/>
                    <a:pt x="4751" y="2620"/>
                  </a:cubicBezTo>
                  <a:cubicBezTo>
                    <a:pt x="4751" y="3787"/>
                    <a:pt x="3786" y="4740"/>
                    <a:pt x="2619" y="4740"/>
                  </a:cubicBezTo>
                  <a:cubicBezTo>
                    <a:pt x="1441" y="4740"/>
                    <a:pt x="488" y="3787"/>
                    <a:pt x="488" y="2620"/>
                  </a:cubicBezTo>
                  <a:cubicBezTo>
                    <a:pt x="488" y="1442"/>
                    <a:pt x="1441" y="489"/>
                    <a:pt x="2619" y="489"/>
                  </a:cubicBezTo>
                  <a:close/>
                  <a:moveTo>
                    <a:pt x="2619" y="1"/>
                  </a:moveTo>
                  <a:cubicBezTo>
                    <a:pt x="1179" y="1"/>
                    <a:pt x="0" y="1180"/>
                    <a:pt x="0" y="2620"/>
                  </a:cubicBezTo>
                  <a:cubicBezTo>
                    <a:pt x="0" y="4061"/>
                    <a:pt x="1179" y="5240"/>
                    <a:pt x="2619" y="5240"/>
                  </a:cubicBezTo>
                  <a:cubicBezTo>
                    <a:pt x="4060" y="5240"/>
                    <a:pt x="5239" y="4061"/>
                    <a:pt x="5239" y="2620"/>
                  </a:cubicBezTo>
                  <a:cubicBezTo>
                    <a:pt x="5239" y="1180"/>
                    <a:pt x="4060" y="1"/>
                    <a:pt x="2619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23" name="Google Shape;823;p30"/>
            <p:cNvSpPr/>
            <p:nvPr/>
          </p:nvSpPr>
          <p:spPr>
            <a:xfrm>
              <a:off x="1393904" y="3497007"/>
              <a:ext cx="79501" cy="79471"/>
            </a:xfrm>
            <a:custGeom>
              <a:rect b="b" l="l" r="r" t="t"/>
              <a:pathLst>
                <a:path extrusionOk="0" h="2620" w="2621">
                  <a:moveTo>
                    <a:pt x="1310" y="1"/>
                  </a:moveTo>
                  <a:cubicBezTo>
                    <a:pt x="584" y="1"/>
                    <a:pt x="1" y="584"/>
                    <a:pt x="1" y="1310"/>
                  </a:cubicBezTo>
                  <a:cubicBezTo>
                    <a:pt x="1" y="2037"/>
                    <a:pt x="584" y="2620"/>
                    <a:pt x="1310" y="2620"/>
                  </a:cubicBezTo>
                  <a:cubicBezTo>
                    <a:pt x="2037" y="2620"/>
                    <a:pt x="2620" y="2037"/>
                    <a:pt x="2620" y="1310"/>
                  </a:cubicBezTo>
                  <a:cubicBezTo>
                    <a:pt x="2620" y="584"/>
                    <a:pt x="2037" y="1"/>
                    <a:pt x="1310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24" name="Google Shape;824;p30"/>
            <p:cNvSpPr/>
            <p:nvPr/>
          </p:nvSpPr>
          <p:spPr>
            <a:xfrm>
              <a:off x="1051899" y="3529160"/>
              <a:ext cx="863172" cy="524752"/>
            </a:xfrm>
            <a:custGeom>
              <a:rect b="b" l="l" r="r" t="t"/>
              <a:pathLst>
                <a:path extrusionOk="0" h="17300" w="28457">
                  <a:moveTo>
                    <a:pt x="1810" y="0"/>
                  </a:moveTo>
                  <a:cubicBezTo>
                    <a:pt x="810" y="0"/>
                    <a:pt x="0" y="810"/>
                    <a:pt x="0" y="1810"/>
                  </a:cubicBezTo>
                  <a:lnTo>
                    <a:pt x="0" y="15478"/>
                  </a:lnTo>
                  <a:cubicBezTo>
                    <a:pt x="0" y="16478"/>
                    <a:pt x="810" y="17300"/>
                    <a:pt x="1810" y="17300"/>
                  </a:cubicBezTo>
                  <a:lnTo>
                    <a:pt x="26647" y="17300"/>
                  </a:lnTo>
                  <a:cubicBezTo>
                    <a:pt x="27647" y="17300"/>
                    <a:pt x="28456" y="16478"/>
                    <a:pt x="28456" y="15478"/>
                  </a:cubicBezTo>
                  <a:lnTo>
                    <a:pt x="28456" y="1810"/>
                  </a:lnTo>
                  <a:cubicBezTo>
                    <a:pt x="28456" y="810"/>
                    <a:pt x="27647" y="0"/>
                    <a:pt x="26647" y="0"/>
                  </a:cubicBezTo>
                  <a:lnTo>
                    <a:pt x="20967" y="0"/>
                  </a:lnTo>
                  <a:cubicBezTo>
                    <a:pt x="20836" y="0"/>
                    <a:pt x="20729" y="107"/>
                    <a:pt x="20729" y="250"/>
                  </a:cubicBezTo>
                  <a:cubicBezTo>
                    <a:pt x="20729" y="381"/>
                    <a:pt x="20836" y="488"/>
                    <a:pt x="20967" y="488"/>
                  </a:cubicBezTo>
                  <a:lnTo>
                    <a:pt x="26647" y="488"/>
                  </a:lnTo>
                  <a:cubicBezTo>
                    <a:pt x="27385" y="488"/>
                    <a:pt x="27968" y="1084"/>
                    <a:pt x="27968" y="1810"/>
                  </a:cubicBezTo>
                  <a:lnTo>
                    <a:pt x="27968" y="15478"/>
                  </a:lnTo>
                  <a:cubicBezTo>
                    <a:pt x="27968" y="16217"/>
                    <a:pt x="27385" y="16800"/>
                    <a:pt x="26647" y="16800"/>
                  </a:cubicBezTo>
                  <a:lnTo>
                    <a:pt x="1810" y="16800"/>
                  </a:lnTo>
                  <a:cubicBezTo>
                    <a:pt x="1084" y="16800"/>
                    <a:pt x="489" y="16217"/>
                    <a:pt x="489" y="15478"/>
                  </a:cubicBezTo>
                  <a:lnTo>
                    <a:pt x="489" y="1810"/>
                  </a:lnTo>
                  <a:cubicBezTo>
                    <a:pt x="489" y="1084"/>
                    <a:pt x="1084" y="488"/>
                    <a:pt x="1810" y="488"/>
                  </a:cubicBezTo>
                  <a:lnTo>
                    <a:pt x="10097" y="488"/>
                  </a:lnTo>
                  <a:cubicBezTo>
                    <a:pt x="10228" y="488"/>
                    <a:pt x="10335" y="381"/>
                    <a:pt x="10335" y="250"/>
                  </a:cubicBezTo>
                  <a:cubicBezTo>
                    <a:pt x="10335" y="107"/>
                    <a:pt x="10228" y="0"/>
                    <a:pt x="10097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Conception</a:t>
              </a:r>
              <a:endParaRPr sz="12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25" name="Google Shape;825;p30"/>
            <p:cNvSpPr/>
            <p:nvPr/>
          </p:nvSpPr>
          <p:spPr>
            <a:xfrm>
              <a:off x="1125233" y="1507792"/>
              <a:ext cx="14833" cy="766381"/>
            </a:xfrm>
            <a:custGeom>
              <a:rect b="b" l="l" r="r" t="t"/>
              <a:pathLst>
                <a:path extrusionOk="0" h="25266" w="489">
                  <a:moveTo>
                    <a:pt x="0" y="0"/>
                  </a:moveTo>
                  <a:lnTo>
                    <a:pt x="0" y="25265"/>
                  </a:lnTo>
                  <a:lnTo>
                    <a:pt x="488" y="25265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26" name="Google Shape;826;p30"/>
            <p:cNvSpPr/>
            <p:nvPr/>
          </p:nvSpPr>
          <p:spPr>
            <a:xfrm>
              <a:off x="1053344" y="1358250"/>
              <a:ext cx="158578" cy="158578"/>
            </a:xfrm>
            <a:custGeom>
              <a:rect b="b" l="l" r="r" t="t"/>
              <a:pathLst>
                <a:path extrusionOk="0" h="5228" w="5228">
                  <a:moveTo>
                    <a:pt x="2608" y="489"/>
                  </a:moveTo>
                  <a:cubicBezTo>
                    <a:pt x="3787" y="489"/>
                    <a:pt x="4739" y="1442"/>
                    <a:pt x="4739" y="2620"/>
                  </a:cubicBezTo>
                  <a:cubicBezTo>
                    <a:pt x="4739" y="3787"/>
                    <a:pt x="3787" y="4740"/>
                    <a:pt x="2608" y="4740"/>
                  </a:cubicBezTo>
                  <a:cubicBezTo>
                    <a:pt x="1441" y="4740"/>
                    <a:pt x="489" y="3787"/>
                    <a:pt x="489" y="2620"/>
                  </a:cubicBezTo>
                  <a:cubicBezTo>
                    <a:pt x="489" y="1442"/>
                    <a:pt x="1441" y="489"/>
                    <a:pt x="2608" y="489"/>
                  </a:cubicBezTo>
                  <a:close/>
                  <a:moveTo>
                    <a:pt x="2608" y="1"/>
                  </a:moveTo>
                  <a:cubicBezTo>
                    <a:pt x="1168" y="1"/>
                    <a:pt x="1" y="1168"/>
                    <a:pt x="1" y="2620"/>
                  </a:cubicBezTo>
                  <a:cubicBezTo>
                    <a:pt x="1" y="4061"/>
                    <a:pt x="1168" y="5228"/>
                    <a:pt x="2608" y="5228"/>
                  </a:cubicBezTo>
                  <a:cubicBezTo>
                    <a:pt x="4061" y="5228"/>
                    <a:pt x="5228" y="4061"/>
                    <a:pt x="5228" y="2620"/>
                  </a:cubicBezTo>
                  <a:cubicBezTo>
                    <a:pt x="5228" y="1168"/>
                    <a:pt x="4061" y="1"/>
                    <a:pt x="2608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27" name="Google Shape;827;p30"/>
            <p:cNvSpPr/>
            <p:nvPr/>
          </p:nvSpPr>
          <p:spPr>
            <a:xfrm>
              <a:off x="1092716" y="1397622"/>
              <a:ext cx="79471" cy="79835"/>
            </a:xfrm>
            <a:custGeom>
              <a:rect b="b" l="l" r="r" t="t"/>
              <a:pathLst>
                <a:path extrusionOk="0" h="2632" w="2620">
                  <a:moveTo>
                    <a:pt x="1310" y="1"/>
                  </a:moveTo>
                  <a:cubicBezTo>
                    <a:pt x="596" y="1"/>
                    <a:pt x="0" y="596"/>
                    <a:pt x="0" y="1322"/>
                  </a:cubicBezTo>
                  <a:cubicBezTo>
                    <a:pt x="0" y="2037"/>
                    <a:pt x="596" y="2632"/>
                    <a:pt x="1310" y="2632"/>
                  </a:cubicBezTo>
                  <a:cubicBezTo>
                    <a:pt x="2036" y="2632"/>
                    <a:pt x="2620" y="2037"/>
                    <a:pt x="2620" y="1322"/>
                  </a:cubicBezTo>
                  <a:cubicBezTo>
                    <a:pt x="2620" y="596"/>
                    <a:pt x="2036" y="1"/>
                    <a:pt x="1310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28" name="Google Shape;828;p30"/>
            <p:cNvSpPr/>
            <p:nvPr/>
          </p:nvSpPr>
          <p:spPr>
            <a:xfrm>
              <a:off x="861579" y="2741470"/>
              <a:ext cx="299048" cy="501336"/>
            </a:xfrm>
            <a:custGeom>
              <a:rect b="b" l="l" r="r" t="t"/>
              <a:pathLst>
                <a:path extrusionOk="0" h="16528" w="9859">
                  <a:moveTo>
                    <a:pt x="346" y="1"/>
                  </a:moveTo>
                  <a:cubicBezTo>
                    <a:pt x="155" y="1"/>
                    <a:pt x="0" y="156"/>
                    <a:pt x="0" y="346"/>
                  </a:cubicBezTo>
                  <a:cubicBezTo>
                    <a:pt x="84" y="7014"/>
                    <a:pt x="3560" y="13050"/>
                    <a:pt x="9299" y="16479"/>
                  </a:cubicBezTo>
                  <a:cubicBezTo>
                    <a:pt x="9353" y="16512"/>
                    <a:pt x="9414" y="16528"/>
                    <a:pt x="9475" y="16528"/>
                  </a:cubicBezTo>
                  <a:cubicBezTo>
                    <a:pt x="9589" y="16528"/>
                    <a:pt x="9702" y="16473"/>
                    <a:pt x="9764" y="16372"/>
                  </a:cubicBezTo>
                  <a:cubicBezTo>
                    <a:pt x="9859" y="16205"/>
                    <a:pt x="9799" y="16003"/>
                    <a:pt x="9645" y="15907"/>
                  </a:cubicBezTo>
                  <a:cubicBezTo>
                    <a:pt x="4108" y="12598"/>
                    <a:pt x="762" y="6775"/>
                    <a:pt x="679" y="334"/>
                  </a:cubicBezTo>
                  <a:cubicBezTo>
                    <a:pt x="679" y="144"/>
                    <a:pt x="524" y="1"/>
                    <a:pt x="346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29" name="Google Shape;829;p30"/>
            <p:cNvSpPr/>
            <p:nvPr/>
          </p:nvSpPr>
          <p:spPr>
            <a:xfrm>
              <a:off x="859425" y="2253926"/>
              <a:ext cx="289281" cy="508160"/>
            </a:xfrm>
            <a:custGeom>
              <a:rect b="b" l="l" r="r" t="t"/>
              <a:pathLst>
                <a:path extrusionOk="0" h="16753" w="9537">
                  <a:moveTo>
                    <a:pt x="9144" y="0"/>
                  </a:moveTo>
                  <a:cubicBezTo>
                    <a:pt x="9085" y="0"/>
                    <a:pt x="9025" y="12"/>
                    <a:pt x="8965" y="48"/>
                  </a:cubicBezTo>
                  <a:cubicBezTo>
                    <a:pt x="3322" y="3620"/>
                    <a:pt x="0" y="9740"/>
                    <a:pt x="71" y="16419"/>
                  </a:cubicBezTo>
                  <a:cubicBezTo>
                    <a:pt x="83" y="16598"/>
                    <a:pt x="238" y="16752"/>
                    <a:pt x="417" y="16752"/>
                  </a:cubicBezTo>
                  <a:cubicBezTo>
                    <a:pt x="607" y="16740"/>
                    <a:pt x="762" y="16598"/>
                    <a:pt x="750" y="16407"/>
                  </a:cubicBezTo>
                  <a:cubicBezTo>
                    <a:pt x="679" y="9966"/>
                    <a:pt x="3881" y="4072"/>
                    <a:pt x="9335" y="619"/>
                  </a:cubicBezTo>
                  <a:cubicBezTo>
                    <a:pt x="9489" y="524"/>
                    <a:pt x="9537" y="310"/>
                    <a:pt x="9442" y="155"/>
                  </a:cubicBezTo>
                  <a:cubicBezTo>
                    <a:pt x="9370" y="48"/>
                    <a:pt x="9263" y="0"/>
                    <a:pt x="9144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947542" y="2255321"/>
              <a:ext cx="985230" cy="978799"/>
            </a:xfrm>
            <a:custGeom>
              <a:rect b="b" l="l" r="r" t="t"/>
              <a:pathLst>
                <a:path extrusionOk="0" h="32269" w="32481">
                  <a:moveTo>
                    <a:pt x="16247" y="334"/>
                  </a:moveTo>
                  <a:cubicBezTo>
                    <a:pt x="24861" y="334"/>
                    <a:pt x="31922" y="7295"/>
                    <a:pt x="32028" y="15944"/>
                  </a:cubicBezTo>
                  <a:cubicBezTo>
                    <a:pt x="32135" y="24648"/>
                    <a:pt x="25146" y="31827"/>
                    <a:pt x="16431" y="31934"/>
                  </a:cubicBezTo>
                  <a:cubicBezTo>
                    <a:pt x="16365" y="31935"/>
                    <a:pt x="16299" y="31936"/>
                    <a:pt x="16234" y="31936"/>
                  </a:cubicBezTo>
                  <a:cubicBezTo>
                    <a:pt x="7619" y="31936"/>
                    <a:pt x="547" y="24975"/>
                    <a:pt x="441" y="16325"/>
                  </a:cubicBezTo>
                  <a:cubicBezTo>
                    <a:pt x="334" y="7622"/>
                    <a:pt x="7334" y="442"/>
                    <a:pt x="16050" y="335"/>
                  </a:cubicBezTo>
                  <a:cubicBezTo>
                    <a:pt x="16116" y="335"/>
                    <a:pt x="16181" y="334"/>
                    <a:pt x="16247" y="334"/>
                  </a:cubicBezTo>
                  <a:close/>
                  <a:moveTo>
                    <a:pt x="16235" y="1"/>
                  </a:moveTo>
                  <a:cubicBezTo>
                    <a:pt x="16170" y="1"/>
                    <a:pt x="16104" y="1"/>
                    <a:pt x="16038" y="2"/>
                  </a:cubicBezTo>
                  <a:cubicBezTo>
                    <a:pt x="7144" y="109"/>
                    <a:pt x="0" y="7443"/>
                    <a:pt x="107" y="16337"/>
                  </a:cubicBezTo>
                  <a:cubicBezTo>
                    <a:pt x="214" y="25165"/>
                    <a:pt x="7429" y="32269"/>
                    <a:pt x="16233" y="32269"/>
                  </a:cubicBezTo>
                  <a:cubicBezTo>
                    <a:pt x="16299" y="32269"/>
                    <a:pt x="16365" y="32269"/>
                    <a:pt x="16431" y="32268"/>
                  </a:cubicBezTo>
                  <a:cubicBezTo>
                    <a:pt x="25337" y="32161"/>
                    <a:pt x="32480" y="24838"/>
                    <a:pt x="32373" y="15932"/>
                  </a:cubicBezTo>
                  <a:cubicBezTo>
                    <a:pt x="32267" y="7104"/>
                    <a:pt x="25040" y="1"/>
                    <a:pt x="16235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1" name="Google Shape;831;p30"/>
            <p:cNvSpPr/>
            <p:nvPr/>
          </p:nvSpPr>
          <p:spPr>
            <a:xfrm>
              <a:off x="1027349" y="2739316"/>
              <a:ext cx="427992" cy="418255"/>
            </a:xfrm>
            <a:custGeom>
              <a:rect b="b" l="l" r="r" t="t"/>
              <a:pathLst>
                <a:path extrusionOk="0" h="13789" w="14110">
                  <a:moveTo>
                    <a:pt x="334" y="0"/>
                  </a:moveTo>
                  <a:cubicBezTo>
                    <a:pt x="143" y="0"/>
                    <a:pt x="0" y="155"/>
                    <a:pt x="0" y="346"/>
                  </a:cubicBezTo>
                  <a:cubicBezTo>
                    <a:pt x="95" y="7788"/>
                    <a:pt x="6179" y="13789"/>
                    <a:pt x="13601" y="13789"/>
                  </a:cubicBezTo>
                  <a:cubicBezTo>
                    <a:pt x="13659" y="13789"/>
                    <a:pt x="13718" y="13788"/>
                    <a:pt x="13776" y="13788"/>
                  </a:cubicBezTo>
                  <a:cubicBezTo>
                    <a:pt x="13966" y="13788"/>
                    <a:pt x="14109" y="13633"/>
                    <a:pt x="14109" y="13442"/>
                  </a:cubicBezTo>
                  <a:cubicBezTo>
                    <a:pt x="14109" y="13264"/>
                    <a:pt x="13955" y="13109"/>
                    <a:pt x="13764" y="13109"/>
                  </a:cubicBezTo>
                  <a:cubicBezTo>
                    <a:pt x="13706" y="13110"/>
                    <a:pt x="13647" y="13110"/>
                    <a:pt x="13589" y="13110"/>
                  </a:cubicBezTo>
                  <a:cubicBezTo>
                    <a:pt x="6536" y="13110"/>
                    <a:pt x="762" y="7407"/>
                    <a:pt x="679" y="334"/>
                  </a:cubicBezTo>
                  <a:cubicBezTo>
                    <a:pt x="679" y="155"/>
                    <a:pt x="524" y="0"/>
                    <a:pt x="334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1482041" y="2318839"/>
              <a:ext cx="400541" cy="467151"/>
            </a:xfrm>
            <a:custGeom>
              <a:rect b="b" l="l" r="r" t="t"/>
              <a:pathLst>
                <a:path extrusionOk="0" h="15401" w="13205">
                  <a:moveTo>
                    <a:pt x="354" y="1"/>
                  </a:moveTo>
                  <a:cubicBezTo>
                    <a:pt x="189" y="1"/>
                    <a:pt x="35" y="136"/>
                    <a:pt x="24" y="301"/>
                  </a:cubicBezTo>
                  <a:cubicBezTo>
                    <a:pt x="0" y="492"/>
                    <a:pt x="131" y="658"/>
                    <a:pt x="322" y="682"/>
                  </a:cubicBezTo>
                  <a:cubicBezTo>
                    <a:pt x="7394" y="1504"/>
                    <a:pt x="12490" y="7945"/>
                    <a:pt x="11669" y="15029"/>
                  </a:cubicBezTo>
                  <a:cubicBezTo>
                    <a:pt x="11645" y="15208"/>
                    <a:pt x="11776" y="15374"/>
                    <a:pt x="11966" y="15398"/>
                  </a:cubicBezTo>
                  <a:cubicBezTo>
                    <a:pt x="11980" y="15400"/>
                    <a:pt x="11994" y="15401"/>
                    <a:pt x="12008" y="15401"/>
                  </a:cubicBezTo>
                  <a:cubicBezTo>
                    <a:pt x="12170" y="15401"/>
                    <a:pt x="12313" y="15276"/>
                    <a:pt x="12335" y="15101"/>
                  </a:cubicBezTo>
                  <a:cubicBezTo>
                    <a:pt x="13204" y="7647"/>
                    <a:pt x="7847" y="873"/>
                    <a:pt x="393" y="3"/>
                  </a:cubicBezTo>
                  <a:cubicBezTo>
                    <a:pt x="380" y="2"/>
                    <a:pt x="367" y="1"/>
                    <a:pt x="354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1106791" y="2411021"/>
              <a:ext cx="666708" cy="666708"/>
            </a:xfrm>
            <a:custGeom>
              <a:rect b="b" l="l" r="r" t="t"/>
              <a:pathLst>
                <a:path extrusionOk="0" h="21980" w="21980">
                  <a:moveTo>
                    <a:pt x="10990" y="1"/>
                  </a:moveTo>
                  <a:cubicBezTo>
                    <a:pt x="4918" y="1"/>
                    <a:pt x="1" y="4918"/>
                    <a:pt x="1" y="10990"/>
                  </a:cubicBezTo>
                  <a:cubicBezTo>
                    <a:pt x="1" y="17050"/>
                    <a:pt x="4918" y="21979"/>
                    <a:pt x="10990" y="21979"/>
                  </a:cubicBezTo>
                  <a:cubicBezTo>
                    <a:pt x="17062" y="21979"/>
                    <a:pt x="21980" y="17050"/>
                    <a:pt x="21980" y="10990"/>
                  </a:cubicBezTo>
                  <a:cubicBezTo>
                    <a:pt x="21980" y="4918"/>
                    <a:pt x="17062" y="1"/>
                    <a:pt x="10990" y="1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Partie </a:t>
              </a:r>
              <a:r>
                <a:rPr lang="en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</a:t>
              </a:r>
              <a:endParaRPr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4" name="Google Shape;834;p30"/>
            <p:cNvSpPr txBox="1"/>
            <p:nvPr/>
          </p:nvSpPr>
          <p:spPr>
            <a:xfrm>
              <a:off x="1201443" y="1446975"/>
              <a:ext cx="2148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Développement de l'application mobile et du site web simultanément.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5" name="Google Shape;835;p30"/>
          <p:cNvGrpSpPr/>
          <p:nvPr/>
        </p:nvGrpSpPr>
        <p:grpSpPr>
          <a:xfrm>
            <a:off x="6305255" y="1663050"/>
            <a:ext cx="2566177" cy="2695662"/>
            <a:chOff x="4601292" y="1358250"/>
            <a:chExt cx="2566177" cy="2695662"/>
          </a:xfrm>
        </p:grpSpPr>
        <p:sp>
          <p:nvSpPr>
            <p:cNvPr id="836" name="Google Shape;836;p30"/>
            <p:cNvSpPr/>
            <p:nvPr/>
          </p:nvSpPr>
          <p:spPr>
            <a:xfrm>
              <a:off x="4870346" y="1507792"/>
              <a:ext cx="14863" cy="766381"/>
            </a:xfrm>
            <a:custGeom>
              <a:rect b="b" l="l" r="r" t="t"/>
              <a:pathLst>
                <a:path extrusionOk="0" h="25266" w="490">
                  <a:moveTo>
                    <a:pt x="1" y="0"/>
                  </a:moveTo>
                  <a:lnTo>
                    <a:pt x="1" y="25265"/>
                  </a:lnTo>
                  <a:lnTo>
                    <a:pt x="489" y="2526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7" name="Google Shape;837;p30"/>
            <p:cNvSpPr/>
            <p:nvPr/>
          </p:nvSpPr>
          <p:spPr>
            <a:xfrm>
              <a:off x="4798487" y="1358250"/>
              <a:ext cx="158578" cy="158578"/>
            </a:xfrm>
            <a:custGeom>
              <a:rect b="b" l="l" r="r" t="t"/>
              <a:pathLst>
                <a:path extrusionOk="0" h="5228" w="5228">
                  <a:moveTo>
                    <a:pt x="2608" y="489"/>
                  </a:moveTo>
                  <a:cubicBezTo>
                    <a:pt x="3787" y="489"/>
                    <a:pt x="4739" y="1442"/>
                    <a:pt x="4739" y="2620"/>
                  </a:cubicBezTo>
                  <a:cubicBezTo>
                    <a:pt x="4739" y="3787"/>
                    <a:pt x="3787" y="4740"/>
                    <a:pt x="2608" y="4740"/>
                  </a:cubicBezTo>
                  <a:cubicBezTo>
                    <a:pt x="1441" y="4740"/>
                    <a:pt x="489" y="3787"/>
                    <a:pt x="489" y="2620"/>
                  </a:cubicBezTo>
                  <a:cubicBezTo>
                    <a:pt x="489" y="1442"/>
                    <a:pt x="1441" y="489"/>
                    <a:pt x="2608" y="489"/>
                  </a:cubicBezTo>
                  <a:close/>
                  <a:moveTo>
                    <a:pt x="2608" y="1"/>
                  </a:moveTo>
                  <a:cubicBezTo>
                    <a:pt x="1167" y="1"/>
                    <a:pt x="1" y="1168"/>
                    <a:pt x="1" y="2620"/>
                  </a:cubicBezTo>
                  <a:cubicBezTo>
                    <a:pt x="1" y="4061"/>
                    <a:pt x="1167" y="5228"/>
                    <a:pt x="2608" y="5228"/>
                  </a:cubicBezTo>
                  <a:cubicBezTo>
                    <a:pt x="4061" y="5228"/>
                    <a:pt x="5227" y="4061"/>
                    <a:pt x="5227" y="2620"/>
                  </a:cubicBezTo>
                  <a:cubicBezTo>
                    <a:pt x="5227" y="1168"/>
                    <a:pt x="4061" y="1"/>
                    <a:pt x="2608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8" name="Google Shape;838;p30"/>
            <p:cNvSpPr/>
            <p:nvPr/>
          </p:nvSpPr>
          <p:spPr>
            <a:xfrm>
              <a:off x="4837860" y="1397622"/>
              <a:ext cx="79471" cy="79835"/>
            </a:xfrm>
            <a:custGeom>
              <a:rect b="b" l="l" r="r" t="t"/>
              <a:pathLst>
                <a:path extrusionOk="0" h="2632" w="2620">
                  <a:moveTo>
                    <a:pt x="1310" y="1"/>
                  </a:moveTo>
                  <a:cubicBezTo>
                    <a:pt x="596" y="1"/>
                    <a:pt x="0" y="596"/>
                    <a:pt x="0" y="1322"/>
                  </a:cubicBezTo>
                  <a:cubicBezTo>
                    <a:pt x="0" y="2037"/>
                    <a:pt x="596" y="2632"/>
                    <a:pt x="1310" y="2632"/>
                  </a:cubicBezTo>
                  <a:cubicBezTo>
                    <a:pt x="2036" y="2632"/>
                    <a:pt x="2620" y="2037"/>
                    <a:pt x="2620" y="1322"/>
                  </a:cubicBezTo>
                  <a:cubicBezTo>
                    <a:pt x="2620" y="596"/>
                    <a:pt x="2036" y="1"/>
                    <a:pt x="1310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5465177" y="2250256"/>
              <a:ext cx="292921" cy="504975"/>
            </a:xfrm>
            <a:custGeom>
              <a:rect b="b" l="l" r="r" t="t"/>
              <a:pathLst>
                <a:path extrusionOk="0" h="16648" w="9657">
                  <a:moveTo>
                    <a:pt x="384" y="1"/>
                  </a:moveTo>
                  <a:cubicBezTo>
                    <a:pt x="270" y="1"/>
                    <a:pt x="158" y="56"/>
                    <a:pt x="96" y="157"/>
                  </a:cubicBezTo>
                  <a:cubicBezTo>
                    <a:pt x="1" y="324"/>
                    <a:pt x="48" y="526"/>
                    <a:pt x="203" y="621"/>
                  </a:cubicBezTo>
                  <a:cubicBezTo>
                    <a:pt x="5692" y="4003"/>
                    <a:pt x="8978" y="9861"/>
                    <a:pt x="8978" y="16302"/>
                  </a:cubicBezTo>
                  <a:cubicBezTo>
                    <a:pt x="8978" y="16492"/>
                    <a:pt x="9121" y="16647"/>
                    <a:pt x="9311" y="16647"/>
                  </a:cubicBezTo>
                  <a:cubicBezTo>
                    <a:pt x="9502" y="16647"/>
                    <a:pt x="9657" y="16492"/>
                    <a:pt x="9657" y="16302"/>
                  </a:cubicBezTo>
                  <a:cubicBezTo>
                    <a:pt x="9657" y="9623"/>
                    <a:pt x="6251" y="3550"/>
                    <a:pt x="560" y="50"/>
                  </a:cubicBezTo>
                  <a:cubicBezTo>
                    <a:pt x="506" y="17"/>
                    <a:pt x="445" y="1"/>
                    <a:pt x="384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4601292" y="2250256"/>
              <a:ext cx="292921" cy="988900"/>
            </a:xfrm>
            <a:custGeom>
              <a:rect b="b" l="l" r="r" t="t"/>
              <a:pathLst>
                <a:path extrusionOk="0" h="32602" w="9657">
                  <a:moveTo>
                    <a:pt x="9273" y="1"/>
                  </a:moveTo>
                  <a:cubicBezTo>
                    <a:pt x="9212" y="1"/>
                    <a:pt x="9151" y="17"/>
                    <a:pt x="9097" y="50"/>
                  </a:cubicBezTo>
                  <a:cubicBezTo>
                    <a:pt x="3394" y="3550"/>
                    <a:pt x="1" y="9623"/>
                    <a:pt x="1" y="16302"/>
                  </a:cubicBezTo>
                  <a:cubicBezTo>
                    <a:pt x="1" y="22981"/>
                    <a:pt x="3394" y="29053"/>
                    <a:pt x="9097" y="32554"/>
                  </a:cubicBezTo>
                  <a:cubicBezTo>
                    <a:pt x="9145" y="32590"/>
                    <a:pt x="9204" y="32602"/>
                    <a:pt x="9264" y="32602"/>
                  </a:cubicBezTo>
                  <a:cubicBezTo>
                    <a:pt x="9383" y="32602"/>
                    <a:pt x="9490" y="32554"/>
                    <a:pt x="9562" y="32447"/>
                  </a:cubicBezTo>
                  <a:cubicBezTo>
                    <a:pt x="9657" y="32292"/>
                    <a:pt x="9609" y="32078"/>
                    <a:pt x="9442" y="31982"/>
                  </a:cubicBezTo>
                  <a:cubicBezTo>
                    <a:pt x="3954" y="28601"/>
                    <a:pt x="679" y="22743"/>
                    <a:pt x="679" y="16302"/>
                  </a:cubicBezTo>
                  <a:cubicBezTo>
                    <a:pt x="679" y="9861"/>
                    <a:pt x="3954" y="4003"/>
                    <a:pt x="9442" y="621"/>
                  </a:cubicBezTo>
                  <a:cubicBezTo>
                    <a:pt x="9609" y="526"/>
                    <a:pt x="9657" y="324"/>
                    <a:pt x="9562" y="157"/>
                  </a:cubicBezTo>
                  <a:cubicBezTo>
                    <a:pt x="9499" y="56"/>
                    <a:pt x="9387" y="1"/>
                    <a:pt x="9273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41" name="Google Shape;841;p30"/>
            <p:cNvSpPr/>
            <p:nvPr/>
          </p:nvSpPr>
          <p:spPr>
            <a:xfrm>
              <a:off x="5465177" y="2734615"/>
              <a:ext cx="292921" cy="504551"/>
            </a:xfrm>
            <a:custGeom>
              <a:rect b="b" l="l" r="r" t="t"/>
              <a:pathLst>
                <a:path extrusionOk="0" h="16634" w="9657">
                  <a:moveTo>
                    <a:pt x="9311" y="1"/>
                  </a:moveTo>
                  <a:cubicBezTo>
                    <a:pt x="9121" y="1"/>
                    <a:pt x="8978" y="143"/>
                    <a:pt x="8978" y="334"/>
                  </a:cubicBezTo>
                  <a:cubicBezTo>
                    <a:pt x="8978" y="6775"/>
                    <a:pt x="5692" y="12633"/>
                    <a:pt x="203" y="16014"/>
                  </a:cubicBezTo>
                  <a:cubicBezTo>
                    <a:pt x="48" y="16110"/>
                    <a:pt x="1" y="16324"/>
                    <a:pt x="96" y="16479"/>
                  </a:cubicBezTo>
                  <a:cubicBezTo>
                    <a:pt x="155" y="16586"/>
                    <a:pt x="274" y="16634"/>
                    <a:pt x="382" y="16634"/>
                  </a:cubicBezTo>
                  <a:cubicBezTo>
                    <a:pt x="441" y="16634"/>
                    <a:pt x="501" y="16622"/>
                    <a:pt x="560" y="16586"/>
                  </a:cubicBezTo>
                  <a:cubicBezTo>
                    <a:pt x="6251" y="13085"/>
                    <a:pt x="9657" y="7013"/>
                    <a:pt x="9657" y="334"/>
                  </a:cubicBezTo>
                  <a:cubicBezTo>
                    <a:pt x="9657" y="143"/>
                    <a:pt x="9502" y="1"/>
                    <a:pt x="9311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42" name="Google Shape;842;p30"/>
            <p:cNvSpPr/>
            <p:nvPr/>
          </p:nvSpPr>
          <p:spPr>
            <a:xfrm>
              <a:off x="4690138" y="2255352"/>
              <a:ext cx="978739" cy="978739"/>
            </a:xfrm>
            <a:custGeom>
              <a:rect b="b" l="l" r="r" t="t"/>
              <a:pathLst>
                <a:path extrusionOk="0" h="32267" w="32267">
                  <a:moveTo>
                    <a:pt x="16134" y="334"/>
                  </a:moveTo>
                  <a:cubicBezTo>
                    <a:pt x="24849" y="334"/>
                    <a:pt x="31933" y="7430"/>
                    <a:pt x="31933" y="16134"/>
                  </a:cubicBezTo>
                  <a:cubicBezTo>
                    <a:pt x="31933" y="24849"/>
                    <a:pt x="24849" y="31933"/>
                    <a:pt x="16134" y="31933"/>
                  </a:cubicBezTo>
                  <a:cubicBezTo>
                    <a:pt x="7430" y="31933"/>
                    <a:pt x="346" y="24849"/>
                    <a:pt x="346" y="16134"/>
                  </a:cubicBezTo>
                  <a:cubicBezTo>
                    <a:pt x="346" y="7430"/>
                    <a:pt x="7430" y="334"/>
                    <a:pt x="16134" y="334"/>
                  </a:cubicBezTo>
                  <a:close/>
                  <a:moveTo>
                    <a:pt x="16134" y="1"/>
                  </a:moveTo>
                  <a:cubicBezTo>
                    <a:pt x="7240" y="1"/>
                    <a:pt x="1" y="7240"/>
                    <a:pt x="1" y="16134"/>
                  </a:cubicBezTo>
                  <a:cubicBezTo>
                    <a:pt x="1" y="25028"/>
                    <a:pt x="7240" y="32267"/>
                    <a:pt x="16134" y="32267"/>
                  </a:cubicBezTo>
                  <a:cubicBezTo>
                    <a:pt x="25028" y="32267"/>
                    <a:pt x="32267" y="25028"/>
                    <a:pt x="32267" y="16134"/>
                  </a:cubicBezTo>
                  <a:cubicBezTo>
                    <a:pt x="32267" y="7240"/>
                    <a:pt x="25028" y="1"/>
                    <a:pt x="16134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43" name="Google Shape;843;p30"/>
            <p:cNvSpPr/>
            <p:nvPr/>
          </p:nvSpPr>
          <p:spPr>
            <a:xfrm>
              <a:off x="5169400" y="2331943"/>
              <a:ext cx="422926" cy="423290"/>
            </a:xfrm>
            <a:custGeom>
              <a:rect b="b" l="l" r="r" t="t"/>
              <a:pathLst>
                <a:path extrusionOk="0" h="13955" w="13943">
                  <a:moveTo>
                    <a:pt x="334" y="0"/>
                  </a:moveTo>
                  <a:cubicBezTo>
                    <a:pt x="155" y="0"/>
                    <a:pt x="0" y="155"/>
                    <a:pt x="0" y="333"/>
                  </a:cubicBezTo>
                  <a:cubicBezTo>
                    <a:pt x="0" y="524"/>
                    <a:pt x="155" y="679"/>
                    <a:pt x="334" y="679"/>
                  </a:cubicBezTo>
                  <a:cubicBezTo>
                    <a:pt x="7466" y="679"/>
                    <a:pt x="13264" y="6477"/>
                    <a:pt x="13264" y="13609"/>
                  </a:cubicBezTo>
                  <a:cubicBezTo>
                    <a:pt x="13264" y="13799"/>
                    <a:pt x="13419" y="13954"/>
                    <a:pt x="13609" y="13954"/>
                  </a:cubicBezTo>
                  <a:cubicBezTo>
                    <a:pt x="13800" y="13954"/>
                    <a:pt x="13943" y="13799"/>
                    <a:pt x="13943" y="13609"/>
                  </a:cubicBezTo>
                  <a:cubicBezTo>
                    <a:pt x="13943" y="6108"/>
                    <a:pt x="7847" y="0"/>
                    <a:pt x="334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44" name="Google Shape;844;p30"/>
            <p:cNvSpPr/>
            <p:nvPr/>
          </p:nvSpPr>
          <p:spPr>
            <a:xfrm>
              <a:off x="4734576" y="2698427"/>
              <a:ext cx="397993" cy="471488"/>
            </a:xfrm>
            <a:custGeom>
              <a:rect b="b" l="l" r="r" t="t"/>
              <a:pathLst>
                <a:path extrusionOk="0" h="15544" w="13121">
                  <a:moveTo>
                    <a:pt x="1301" y="0"/>
                  </a:moveTo>
                  <a:cubicBezTo>
                    <a:pt x="1130" y="0"/>
                    <a:pt x="987" y="125"/>
                    <a:pt x="965" y="301"/>
                  </a:cubicBezTo>
                  <a:cubicBezTo>
                    <a:pt x="0" y="7742"/>
                    <a:pt x="5275" y="14576"/>
                    <a:pt x="12716" y="15541"/>
                  </a:cubicBezTo>
                  <a:cubicBezTo>
                    <a:pt x="12731" y="15542"/>
                    <a:pt x="12746" y="15543"/>
                    <a:pt x="12761" y="15543"/>
                  </a:cubicBezTo>
                  <a:cubicBezTo>
                    <a:pt x="12932" y="15543"/>
                    <a:pt x="13075" y="15418"/>
                    <a:pt x="13097" y="15243"/>
                  </a:cubicBezTo>
                  <a:cubicBezTo>
                    <a:pt x="13121" y="15064"/>
                    <a:pt x="12990" y="14886"/>
                    <a:pt x="12811" y="14862"/>
                  </a:cubicBezTo>
                  <a:cubicBezTo>
                    <a:pt x="5739" y="13957"/>
                    <a:pt x="727" y="7456"/>
                    <a:pt x="1643" y="384"/>
                  </a:cubicBezTo>
                  <a:cubicBezTo>
                    <a:pt x="1667" y="205"/>
                    <a:pt x="1536" y="27"/>
                    <a:pt x="1346" y="3"/>
                  </a:cubicBezTo>
                  <a:cubicBezTo>
                    <a:pt x="1331" y="1"/>
                    <a:pt x="1316" y="0"/>
                    <a:pt x="1301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4846171" y="2411749"/>
              <a:ext cx="666708" cy="667072"/>
            </a:xfrm>
            <a:custGeom>
              <a:rect b="b" l="l" r="r" t="t"/>
              <a:pathLst>
                <a:path extrusionOk="0" h="21992" w="21980">
                  <a:moveTo>
                    <a:pt x="10990" y="0"/>
                  </a:moveTo>
                  <a:cubicBezTo>
                    <a:pt x="4918" y="0"/>
                    <a:pt x="0" y="4930"/>
                    <a:pt x="0" y="11002"/>
                  </a:cubicBezTo>
                  <a:cubicBezTo>
                    <a:pt x="0" y="17062"/>
                    <a:pt x="4918" y="21991"/>
                    <a:pt x="10990" y="21991"/>
                  </a:cubicBezTo>
                  <a:cubicBezTo>
                    <a:pt x="17062" y="21991"/>
                    <a:pt x="21979" y="17062"/>
                    <a:pt x="21979" y="11002"/>
                  </a:cubicBezTo>
                  <a:cubicBezTo>
                    <a:pt x="21979" y="4930"/>
                    <a:pt x="17062" y="0"/>
                    <a:pt x="10990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Partie </a:t>
              </a:r>
              <a:r>
                <a:rPr lang="en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</a:t>
              </a:r>
              <a:endParaRPr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46" name="Google Shape;846;p30"/>
            <p:cNvSpPr/>
            <p:nvPr/>
          </p:nvSpPr>
          <p:spPr>
            <a:xfrm>
              <a:off x="5109098" y="3457271"/>
              <a:ext cx="158912" cy="158942"/>
            </a:xfrm>
            <a:custGeom>
              <a:rect b="b" l="l" r="r" t="t"/>
              <a:pathLst>
                <a:path extrusionOk="0" h="5240" w="5239">
                  <a:moveTo>
                    <a:pt x="2619" y="489"/>
                  </a:moveTo>
                  <a:cubicBezTo>
                    <a:pt x="3786" y="489"/>
                    <a:pt x="4751" y="1442"/>
                    <a:pt x="4751" y="2620"/>
                  </a:cubicBezTo>
                  <a:cubicBezTo>
                    <a:pt x="4751" y="3787"/>
                    <a:pt x="3786" y="4740"/>
                    <a:pt x="2619" y="4740"/>
                  </a:cubicBezTo>
                  <a:cubicBezTo>
                    <a:pt x="1441" y="4740"/>
                    <a:pt x="488" y="3787"/>
                    <a:pt x="488" y="2620"/>
                  </a:cubicBezTo>
                  <a:cubicBezTo>
                    <a:pt x="488" y="1442"/>
                    <a:pt x="1441" y="489"/>
                    <a:pt x="2619" y="489"/>
                  </a:cubicBezTo>
                  <a:close/>
                  <a:moveTo>
                    <a:pt x="2619" y="1"/>
                  </a:moveTo>
                  <a:cubicBezTo>
                    <a:pt x="1179" y="1"/>
                    <a:pt x="0" y="1180"/>
                    <a:pt x="0" y="2620"/>
                  </a:cubicBezTo>
                  <a:cubicBezTo>
                    <a:pt x="0" y="4061"/>
                    <a:pt x="1179" y="5240"/>
                    <a:pt x="2619" y="5240"/>
                  </a:cubicBezTo>
                  <a:cubicBezTo>
                    <a:pt x="4060" y="5240"/>
                    <a:pt x="5239" y="4061"/>
                    <a:pt x="5239" y="2620"/>
                  </a:cubicBezTo>
                  <a:cubicBezTo>
                    <a:pt x="5239" y="1180"/>
                    <a:pt x="4060" y="1"/>
                    <a:pt x="2619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47" name="Google Shape;847;p30"/>
            <p:cNvSpPr/>
            <p:nvPr/>
          </p:nvSpPr>
          <p:spPr>
            <a:xfrm>
              <a:off x="5148804" y="3497007"/>
              <a:ext cx="79501" cy="79471"/>
            </a:xfrm>
            <a:custGeom>
              <a:rect b="b" l="l" r="r" t="t"/>
              <a:pathLst>
                <a:path extrusionOk="0" h="2620" w="2621">
                  <a:moveTo>
                    <a:pt x="1310" y="1"/>
                  </a:moveTo>
                  <a:cubicBezTo>
                    <a:pt x="584" y="1"/>
                    <a:pt x="1" y="584"/>
                    <a:pt x="1" y="1310"/>
                  </a:cubicBezTo>
                  <a:cubicBezTo>
                    <a:pt x="1" y="2037"/>
                    <a:pt x="584" y="2620"/>
                    <a:pt x="1310" y="2620"/>
                  </a:cubicBezTo>
                  <a:cubicBezTo>
                    <a:pt x="2037" y="2620"/>
                    <a:pt x="2620" y="2037"/>
                    <a:pt x="2620" y="1310"/>
                  </a:cubicBezTo>
                  <a:cubicBezTo>
                    <a:pt x="2620" y="584"/>
                    <a:pt x="2037" y="1"/>
                    <a:pt x="1310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48" name="Google Shape;848;p30"/>
            <p:cNvSpPr/>
            <p:nvPr/>
          </p:nvSpPr>
          <p:spPr>
            <a:xfrm>
              <a:off x="4806799" y="3529160"/>
              <a:ext cx="863172" cy="524752"/>
            </a:xfrm>
            <a:custGeom>
              <a:rect b="b" l="l" r="r" t="t"/>
              <a:pathLst>
                <a:path extrusionOk="0" h="17300" w="28457">
                  <a:moveTo>
                    <a:pt x="1810" y="0"/>
                  </a:moveTo>
                  <a:cubicBezTo>
                    <a:pt x="810" y="0"/>
                    <a:pt x="0" y="810"/>
                    <a:pt x="0" y="1810"/>
                  </a:cubicBezTo>
                  <a:lnTo>
                    <a:pt x="0" y="15478"/>
                  </a:lnTo>
                  <a:cubicBezTo>
                    <a:pt x="0" y="16478"/>
                    <a:pt x="810" y="17300"/>
                    <a:pt x="1810" y="17300"/>
                  </a:cubicBezTo>
                  <a:lnTo>
                    <a:pt x="26647" y="17300"/>
                  </a:lnTo>
                  <a:cubicBezTo>
                    <a:pt x="27647" y="17300"/>
                    <a:pt x="28456" y="16478"/>
                    <a:pt x="28456" y="15478"/>
                  </a:cubicBezTo>
                  <a:lnTo>
                    <a:pt x="28456" y="1810"/>
                  </a:lnTo>
                  <a:cubicBezTo>
                    <a:pt x="28456" y="810"/>
                    <a:pt x="27647" y="0"/>
                    <a:pt x="26647" y="0"/>
                  </a:cubicBezTo>
                  <a:lnTo>
                    <a:pt x="20967" y="0"/>
                  </a:lnTo>
                  <a:cubicBezTo>
                    <a:pt x="20836" y="0"/>
                    <a:pt x="20729" y="107"/>
                    <a:pt x="20729" y="250"/>
                  </a:cubicBezTo>
                  <a:cubicBezTo>
                    <a:pt x="20729" y="381"/>
                    <a:pt x="20836" y="488"/>
                    <a:pt x="20967" y="488"/>
                  </a:cubicBezTo>
                  <a:lnTo>
                    <a:pt x="26647" y="488"/>
                  </a:lnTo>
                  <a:cubicBezTo>
                    <a:pt x="27385" y="488"/>
                    <a:pt x="27968" y="1084"/>
                    <a:pt x="27968" y="1810"/>
                  </a:cubicBezTo>
                  <a:lnTo>
                    <a:pt x="27968" y="15478"/>
                  </a:lnTo>
                  <a:cubicBezTo>
                    <a:pt x="27968" y="16217"/>
                    <a:pt x="27385" y="16800"/>
                    <a:pt x="26647" y="16800"/>
                  </a:cubicBezTo>
                  <a:lnTo>
                    <a:pt x="1810" y="16800"/>
                  </a:lnTo>
                  <a:cubicBezTo>
                    <a:pt x="1084" y="16800"/>
                    <a:pt x="489" y="16217"/>
                    <a:pt x="489" y="15478"/>
                  </a:cubicBezTo>
                  <a:lnTo>
                    <a:pt x="489" y="1810"/>
                  </a:lnTo>
                  <a:cubicBezTo>
                    <a:pt x="489" y="1084"/>
                    <a:pt x="1084" y="488"/>
                    <a:pt x="1810" y="488"/>
                  </a:cubicBezTo>
                  <a:lnTo>
                    <a:pt x="10097" y="488"/>
                  </a:lnTo>
                  <a:cubicBezTo>
                    <a:pt x="10228" y="488"/>
                    <a:pt x="10335" y="381"/>
                    <a:pt x="10335" y="250"/>
                  </a:cubicBezTo>
                  <a:cubicBezTo>
                    <a:pt x="10335" y="107"/>
                    <a:pt x="10228" y="0"/>
                    <a:pt x="10097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Sécurisation</a:t>
              </a:r>
              <a:endParaRPr sz="1100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49" name="Google Shape;849;p30"/>
            <p:cNvSpPr/>
            <p:nvPr/>
          </p:nvSpPr>
          <p:spPr>
            <a:xfrm>
              <a:off x="5501304" y="3215303"/>
              <a:ext cx="14833" cy="328683"/>
            </a:xfrm>
            <a:custGeom>
              <a:rect b="b" l="l" r="r" t="t"/>
              <a:pathLst>
                <a:path extrusionOk="0" h="10836" w="489">
                  <a:moveTo>
                    <a:pt x="238" y="1"/>
                  </a:moveTo>
                  <a:cubicBezTo>
                    <a:pt x="107" y="1"/>
                    <a:pt x="0" y="108"/>
                    <a:pt x="0" y="251"/>
                  </a:cubicBezTo>
                  <a:lnTo>
                    <a:pt x="0" y="10597"/>
                  </a:lnTo>
                  <a:cubicBezTo>
                    <a:pt x="0" y="10728"/>
                    <a:pt x="107" y="10835"/>
                    <a:pt x="238" y="10835"/>
                  </a:cubicBezTo>
                  <a:cubicBezTo>
                    <a:pt x="381" y="10835"/>
                    <a:pt x="488" y="10728"/>
                    <a:pt x="488" y="10597"/>
                  </a:cubicBezTo>
                  <a:lnTo>
                    <a:pt x="488" y="251"/>
                  </a:lnTo>
                  <a:cubicBezTo>
                    <a:pt x="488" y="108"/>
                    <a:pt x="381" y="1"/>
                    <a:pt x="238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50" name="Google Shape;850;p30"/>
            <p:cNvSpPr txBox="1"/>
            <p:nvPr/>
          </p:nvSpPr>
          <p:spPr>
            <a:xfrm>
              <a:off x="4946569" y="1446975"/>
              <a:ext cx="22209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Mise en place de protocoles de sécurité pour protéger les données utilisateurs.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51" name="Google Shape;85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31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Bilan du </a:t>
            </a:r>
            <a:r>
              <a:rPr b="1" lang="en"/>
              <a:t>projet</a:t>
            </a:r>
            <a:endParaRPr b="1"/>
          </a:p>
        </p:txBody>
      </p:sp>
      <p:sp>
        <p:nvSpPr>
          <p:cNvPr id="857" name="Google Shape;857;p31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1"/>
          <p:cNvSpPr/>
          <p:nvPr/>
        </p:nvSpPr>
        <p:spPr>
          <a:xfrm>
            <a:off x="8189694" y="2007211"/>
            <a:ext cx="351315" cy="349427"/>
          </a:xfrm>
          <a:custGeom>
            <a:rect b="b" l="l" r="r" t="t"/>
            <a:pathLst>
              <a:path extrusionOk="0" h="11846" w="11910">
                <a:moveTo>
                  <a:pt x="5924" y="2080"/>
                </a:moveTo>
                <a:cubicBezTo>
                  <a:pt x="6302" y="2080"/>
                  <a:pt x="6617" y="2395"/>
                  <a:pt x="6617" y="2773"/>
                </a:cubicBezTo>
                <a:cubicBezTo>
                  <a:pt x="6617" y="3182"/>
                  <a:pt x="6302" y="3497"/>
                  <a:pt x="5924" y="3497"/>
                </a:cubicBezTo>
                <a:cubicBezTo>
                  <a:pt x="5514" y="3497"/>
                  <a:pt x="5199" y="3182"/>
                  <a:pt x="5199" y="2773"/>
                </a:cubicBezTo>
                <a:cubicBezTo>
                  <a:pt x="5199" y="2395"/>
                  <a:pt x="5514" y="2080"/>
                  <a:pt x="5924" y="2080"/>
                </a:cubicBezTo>
                <a:close/>
                <a:moveTo>
                  <a:pt x="5924" y="662"/>
                </a:moveTo>
                <a:cubicBezTo>
                  <a:pt x="7247" y="662"/>
                  <a:pt x="8318" y="1764"/>
                  <a:pt x="8318" y="3088"/>
                </a:cubicBezTo>
                <a:cubicBezTo>
                  <a:pt x="8318" y="3655"/>
                  <a:pt x="8129" y="4190"/>
                  <a:pt x="7783" y="4631"/>
                </a:cubicBezTo>
                <a:cubicBezTo>
                  <a:pt x="7562" y="4222"/>
                  <a:pt x="7310" y="3907"/>
                  <a:pt x="6900" y="3686"/>
                </a:cubicBezTo>
                <a:cubicBezTo>
                  <a:pt x="7153" y="3434"/>
                  <a:pt x="7310" y="3088"/>
                  <a:pt x="7310" y="2741"/>
                </a:cubicBezTo>
                <a:cubicBezTo>
                  <a:pt x="7310" y="1985"/>
                  <a:pt x="6680" y="1355"/>
                  <a:pt x="5924" y="1355"/>
                </a:cubicBezTo>
                <a:cubicBezTo>
                  <a:pt x="5168" y="1355"/>
                  <a:pt x="4538" y="1985"/>
                  <a:pt x="4538" y="2741"/>
                </a:cubicBezTo>
                <a:cubicBezTo>
                  <a:pt x="4538" y="3088"/>
                  <a:pt x="4695" y="3434"/>
                  <a:pt x="4947" y="3686"/>
                </a:cubicBezTo>
                <a:cubicBezTo>
                  <a:pt x="4538" y="3938"/>
                  <a:pt x="4223" y="4285"/>
                  <a:pt x="4034" y="4631"/>
                </a:cubicBezTo>
                <a:cubicBezTo>
                  <a:pt x="3592" y="4096"/>
                  <a:pt x="3403" y="3403"/>
                  <a:pt x="3498" y="2741"/>
                </a:cubicBezTo>
                <a:cubicBezTo>
                  <a:pt x="3655" y="1638"/>
                  <a:pt x="4664" y="662"/>
                  <a:pt x="5924" y="662"/>
                </a:cubicBezTo>
                <a:close/>
                <a:moveTo>
                  <a:pt x="5924" y="4159"/>
                </a:moveTo>
                <a:cubicBezTo>
                  <a:pt x="6554" y="4159"/>
                  <a:pt x="7058" y="4600"/>
                  <a:pt x="7247" y="5135"/>
                </a:cubicBezTo>
                <a:cubicBezTo>
                  <a:pt x="6869" y="5388"/>
                  <a:pt x="6428" y="5545"/>
                  <a:pt x="5924" y="5545"/>
                </a:cubicBezTo>
                <a:cubicBezTo>
                  <a:pt x="5451" y="5545"/>
                  <a:pt x="4979" y="5388"/>
                  <a:pt x="4569" y="5135"/>
                </a:cubicBezTo>
                <a:cubicBezTo>
                  <a:pt x="4727" y="4568"/>
                  <a:pt x="5294" y="4159"/>
                  <a:pt x="5924" y="4159"/>
                </a:cubicBezTo>
                <a:close/>
                <a:moveTo>
                  <a:pt x="1734" y="9042"/>
                </a:moveTo>
                <a:cubicBezTo>
                  <a:pt x="2301" y="9042"/>
                  <a:pt x="2773" y="9483"/>
                  <a:pt x="2773" y="10082"/>
                </a:cubicBezTo>
                <a:cubicBezTo>
                  <a:pt x="2773" y="10649"/>
                  <a:pt x="2301" y="11121"/>
                  <a:pt x="1734" y="11121"/>
                </a:cubicBezTo>
                <a:cubicBezTo>
                  <a:pt x="1198" y="11121"/>
                  <a:pt x="726" y="10649"/>
                  <a:pt x="726" y="10082"/>
                </a:cubicBezTo>
                <a:cubicBezTo>
                  <a:pt x="726" y="9483"/>
                  <a:pt x="1198" y="9042"/>
                  <a:pt x="1734" y="9042"/>
                </a:cubicBezTo>
                <a:close/>
                <a:moveTo>
                  <a:pt x="5924" y="9042"/>
                </a:moveTo>
                <a:cubicBezTo>
                  <a:pt x="6522" y="9042"/>
                  <a:pt x="6932" y="9515"/>
                  <a:pt x="6932" y="10082"/>
                </a:cubicBezTo>
                <a:cubicBezTo>
                  <a:pt x="6932" y="10649"/>
                  <a:pt x="6459" y="11121"/>
                  <a:pt x="5924" y="11121"/>
                </a:cubicBezTo>
                <a:cubicBezTo>
                  <a:pt x="5357" y="11121"/>
                  <a:pt x="4884" y="10649"/>
                  <a:pt x="4884" y="10082"/>
                </a:cubicBezTo>
                <a:cubicBezTo>
                  <a:pt x="4884" y="9483"/>
                  <a:pt x="5325" y="9042"/>
                  <a:pt x="5924" y="9042"/>
                </a:cubicBezTo>
                <a:close/>
                <a:moveTo>
                  <a:pt x="10145" y="9042"/>
                </a:moveTo>
                <a:cubicBezTo>
                  <a:pt x="10681" y="9042"/>
                  <a:pt x="11154" y="9483"/>
                  <a:pt x="11154" y="10082"/>
                </a:cubicBezTo>
                <a:cubicBezTo>
                  <a:pt x="11154" y="10649"/>
                  <a:pt x="10681" y="11121"/>
                  <a:pt x="10145" y="11121"/>
                </a:cubicBezTo>
                <a:cubicBezTo>
                  <a:pt x="9578" y="11121"/>
                  <a:pt x="9106" y="10649"/>
                  <a:pt x="9106" y="10082"/>
                </a:cubicBezTo>
                <a:cubicBezTo>
                  <a:pt x="9106" y="9483"/>
                  <a:pt x="9578" y="9042"/>
                  <a:pt x="10145" y="9042"/>
                </a:cubicBezTo>
                <a:close/>
                <a:moveTo>
                  <a:pt x="5955" y="0"/>
                </a:moveTo>
                <a:cubicBezTo>
                  <a:pt x="4349" y="0"/>
                  <a:pt x="3088" y="1197"/>
                  <a:pt x="2868" y="2678"/>
                </a:cubicBezTo>
                <a:cubicBezTo>
                  <a:pt x="2647" y="4442"/>
                  <a:pt x="3908" y="6018"/>
                  <a:pt x="5640" y="6207"/>
                </a:cubicBezTo>
                <a:lnTo>
                  <a:pt x="5640" y="6963"/>
                </a:lnTo>
                <a:lnTo>
                  <a:pt x="2427" y="6963"/>
                </a:lnTo>
                <a:cubicBezTo>
                  <a:pt x="1828" y="6963"/>
                  <a:pt x="1387" y="7435"/>
                  <a:pt x="1387" y="7971"/>
                </a:cubicBezTo>
                <a:lnTo>
                  <a:pt x="1387" y="8380"/>
                </a:lnTo>
                <a:cubicBezTo>
                  <a:pt x="599" y="8538"/>
                  <a:pt x="1" y="9231"/>
                  <a:pt x="1" y="10082"/>
                </a:cubicBezTo>
                <a:cubicBezTo>
                  <a:pt x="1" y="11027"/>
                  <a:pt x="789" y="11846"/>
                  <a:pt x="1734" y="11846"/>
                </a:cubicBezTo>
                <a:cubicBezTo>
                  <a:pt x="2679" y="11846"/>
                  <a:pt x="3466" y="11058"/>
                  <a:pt x="3466" y="10082"/>
                </a:cubicBezTo>
                <a:cubicBezTo>
                  <a:pt x="3466" y="9231"/>
                  <a:pt x="2868" y="8538"/>
                  <a:pt x="2080" y="8380"/>
                </a:cubicBezTo>
                <a:lnTo>
                  <a:pt x="2080" y="7971"/>
                </a:lnTo>
                <a:cubicBezTo>
                  <a:pt x="2080" y="7782"/>
                  <a:pt x="2238" y="7624"/>
                  <a:pt x="2458" y="7624"/>
                </a:cubicBezTo>
                <a:lnTo>
                  <a:pt x="5609" y="7624"/>
                </a:lnTo>
                <a:lnTo>
                  <a:pt x="5609" y="8349"/>
                </a:lnTo>
                <a:cubicBezTo>
                  <a:pt x="4821" y="8506"/>
                  <a:pt x="4223" y="9200"/>
                  <a:pt x="4223" y="10019"/>
                </a:cubicBezTo>
                <a:cubicBezTo>
                  <a:pt x="4223" y="10964"/>
                  <a:pt x="5010" y="11814"/>
                  <a:pt x="5955" y="11814"/>
                </a:cubicBezTo>
                <a:cubicBezTo>
                  <a:pt x="6900" y="11814"/>
                  <a:pt x="7688" y="11027"/>
                  <a:pt x="7688" y="10019"/>
                </a:cubicBezTo>
                <a:cubicBezTo>
                  <a:pt x="7688" y="9200"/>
                  <a:pt x="7090" y="8506"/>
                  <a:pt x="6302" y="8349"/>
                </a:cubicBezTo>
                <a:lnTo>
                  <a:pt x="6302" y="7624"/>
                </a:lnTo>
                <a:lnTo>
                  <a:pt x="9452" y="7624"/>
                </a:lnTo>
                <a:cubicBezTo>
                  <a:pt x="9641" y="7624"/>
                  <a:pt x="9799" y="7782"/>
                  <a:pt x="9799" y="7971"/>
                </a:cubicBezTo>
                <a:lnTo>
                  <a:pt x="9799" y="8380"/>
                </a:lnTo>
                <a:cubicBezTo>
                  <a:pt x="9011" y="8538"/>
                  <a:pt x="8444" y="9231"/>
                  <a:pt x="8444" y="10082"/>
                </a:cubicBezTo>
                <a:cubicBezTo>
                  <a:pt x="8444" y="11027"/>
                  <a:pt x="9232" y="11846"/>
                  <a:pt x="10177" y="11846"/>
                </a:cubicBezTo>
                <a:cubicBezTo>
                  <a:pt x="11122" y="11846"/>
                  <a:pt x="11910" y="11058"/>
                  <a:pt x="11910" y="10082"/>
                </a:cubicBezTo>
                <a:cubicBezTo>
                  <a:pt x="11910" y="9231"/>
                  <a:pt x="11311" y="8538"/>
                  <a:pt x="10524" y="8380"/>
                </a:cubicBezTo>
                <a:lnTo>
                  <a:pt x="10524" y="7971"/>
                </a:lnTo>
                <a:cubicBezTo>
                  <a:pt x="10524" y="7404"/>
                  <a:pt x="10051" y="6963"/>
                  <a:pt x="9484" y="6963"/>
                </a:cubicBezTo>
                <a:lnTo>
                  <a:pt x="6333" y="6963"/>
                </a:lnTo>
                <a:lnTo>
                  <a:pt x="6333" y="6207"/>
                </a:lnTo>
                <a:cubicBezTo>
                  <a:pt x="7909" y="6049"/>
                  <a:pt x="9106" y="4726"/>
                  <a:pt x="9106" y="3088"/>
                </a:cubicBezTo>
                <a:cubicBezTo>
                  <a:pt x="9106" y="1355"/>
                  <a:pt x="7688" y="0"/>
                  <a:pt x="595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9" name="Google Shape;859;p31"/>
          <p:cNvGrpSpPr/>
          <p:nvPr/>
        </p:nvGrpSpPr>
        <p:grpSpPr>
          <a:xfrm>
            <a:off x="614054" y="2036328"/>
            <a:ext cx="329184" cy="291189"/>
            <a:chOff x="-3030525" y="3973150"/>
            <a:chExt cx="293025" cy="257575"/>
          </a:xfrm>
        </p:grpSpPr>
        <p:sp>
          <p:nvSpPr>
            <p:cNvPr id="860" name="Google Shape;860;p31"/>
            <p:cNvSpPr/>
            <p:nvPr/>
          </p:nvSpPr>
          <p:spPr>
            <a:xfrm>
              <a:off x="-3029750" y="397315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1702" y="1355"/>
                  </a:moveTo>
                  <a:cubicBezTo>
                    <a:pt x="1891" y="1355"/>
                    <a:pt x="2049" y="1513"/>
                    <a:pt x="2049" y="1702"/>
                  </a:cubicBezTo>
                  <a:cubicBezTo>
                    <a:pt x="2049" y="1922"/>
                    <a:pt x="1891" y="2080"/>
                    <a:pt x="1702" y="2080"/>
                  </a:cubicBezTo>
                  <a:cubicBezTo>
                    <a:pt x="1513" y="2080"/>
                    <a:pt x="1356" y="1922"/>
                    <a:pt x="1356" y="1702"/>
                  </a:cubicBezTo>
                  <a:cubicBezTo>
                    <a:pt x="1356" y="1513"/>
                    <a:pt x="1513" y="1355"/>
                    <a:pt x="1702" y="1355"/>
                  </a:cubicBezTo>
                  <a:close/>
                  <a:moveTo>
                    <a:pt x="3088" y="1355"/>
                  </a:moveTo>
                  <a:cubicBezTo>
                    <a:pt x="3277" y="1355"/>
                    <a:pt x="3435" y="1513"/>
                    <a:pt x="3435" y="1702"/>
                  </a:cubicBezTo>
                  <a:cubicBezTo>
                    <a:pt x="3435" y="1922"/>
                    <a:pt x="3277" y="2080"/>
                    <a:pt x="3088" y="2080"/>
                  </a:cubicBezTo>
                  <a:cubicBezTo>
                    <a:pt x="2868" y="2080"/>
                    <a:pt x="2710" y="1922"/>
                    <a:pt x="2710" y="1702"/>
                  </a:cubicBezTo>
                  <a:cubicBezTo>
                    <a:pt x="2710" y="1513"/>
                    <a:pt x="2868" y="1355"/>
                    <a:pt x="3088" y="1355"/>
                  </a:cubicBezTo>
                  <a:close/>
                  <a:moveTo>
                    <a:pt x="9925" y="1387"/>
                  </a:moveTo>
                  <a:cubicBezTo>
                    <a:pt x="10366" y="1387"/>
                    <a:pt x="10366" y="2080"/>
                    <a:pt x="9925" y="2080"/>
                  </a:cubicBezTo>
                  <a:lnTo>
                    <a:pt x="5829" y="2080"/>
                  </a:lnTo>
                  <a:cubicBezTo>
                    <a:pt x="5388" y="2080"/>
                    <a:pt x="5357" y="1387"/>
                    <a:pt x="5829" y="138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58" y="505"/>
                    <a:pt x="11248" y="1"/>
                    <a:pt x="106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1"/>
            <p:cNvSpPr/>
            <p:nvPr/>
          </p:nvSpPr>
          <p:spPr>
            <a:xfrm>
              <a:off x="-3030525" y="4059000"/>
              <a:ext cx="292225" cy="171725"/>
            </a:xfrm>
            <a:custGeom>
              <a:rect b="b" l="l" r="r" t="t"/>
              <a:pathLst>
                <a:path extrusionOk="0" h="6869" w="11689">
                  <a:moveTo>
                    <a:pt x="3773" y="1366"/>
                  </a:moveTo>
                  <a:cubicBezTo>
                    <a:pt x="4065" y="1366"/>
                    <a:pt x="4260" y="1775"/>
                    <a:pt x="3970" y="1985"/>
                  </a:cubicBezTo>
                  <a:lnTo>
                    <a:pt x="2363" y="3088"/>
                  </a:lnTo>
                  <a:lnTo>
                    <a:pt x="3970" y="4191"/>
                  </a:lnTo>
                  <a:cubicBezTo>
                    <a:pt x="4252" y="4370"/>
                    <a:pt x="4075" y="4801"/>
                    <a:pt x="3795" y="4801"/>
                  </a:cubicBezTo>
                  <a:cubicBezTo>
                    <a:pt x="3731" y="4801"/>
                    <a:pt x="3662" y="4779"/>
                    <a:pt x="3592" y="4726"/>
                  </a:cubicBezTo>
                  <a:lnTo>
                    <a:pt x="1544" y="3372"/>
                  </a:lnTo>
                  <a:cubicBezTo>
                    <a:pt x="1324" y="3246"/>
                    <a:pt x="1324" y="2962"/>
                    <a:pt x="1544" y="2805"/>
                  </a:cubicBezTo>
                  <a:lnTo>
                    <a:pt x="3592" y="1418"/>
                  </a:lnTo>
                  <a:cubicBezTo>
                    <a:pt x="3654" y="1382"/>
                    <a:pt x="3715" y="1366"/>
                    <a:pt x="3773" y="1366"/>
                  </a:cubicBezTo>
                  <a:close/>
                  <a:moveTo>
                    <a:pt x="7912" y="1407"/>
                  </a:moveTo>
                  <a:cubicBezTo>
                    <a:pt x="7979" y="1407"/>
                    <a:pt x="8053" y="1429"/>
                    <a:pt x="8129" y="1481"/>
                  </a:cubicBezTo>
                  <a:lnTo>
                    <a:pt x="10145" y="2836"/>
                  </a:lnTo>
                  <a:cubicBezTo>
                    <a:pt x="10366" y="2962"/>
                    <a:pt x="10366" y="3277"/>
                    <a:pt x="10145" y="3403"/>
                  </a:cubicBezTo>
                  <a:lnTo>
                    <a:pt x="8129" y="4789"/>
                  </a:lnTo>
                  <a:cubicBezTo>
                    <a:pt x="8061" y="4826"/>
                    <a:pt x="7996" y="4841"/>
                    <a:pt x="7935" y="4841"/>
                  </a:cubicBezTo>
                  <a:cubicBezTo>
                    <a:pt x="7624" y="4841"/>
                    <a:pt x="7430" y="4433"/>
                    <a:pt x="7719" y="4222"/>
                  </a:cubicBezTo>
                  <a:lnTo>
                    <a:pt x="9326" y="3120"/>
                  </a:lnTo>
                  <a:lnTo>
                    <a:pt x="7719" y="2017"/>
                  </a:lnTo>
                  <a:cubicBezTo>
                    <a:pt x="7437" y="1837"/>
                    <a:pt x="7615" y="1407"/>
                    <a:pt x="7912" y="1407"/>
                  </a:cubicBezTo>
                  <a:close/>
                  <a:moveTo>
                    <a:pt x="6515" y="714"/>
                  </a:moveTo>
                  <a:cubicBezTo>
                    <a:pt x="6728" y="714"/>
                    <a:pt x="6948" y="909"/>
                    <a:pt x="6868" y="1166"/>
                  </a:cubicBezTo>
                  <a:lnTo>
                    <a:pt x="5482" y="5262"/>
                  </a:lnTo>
                  <a:cubicBezTo>
                    <a:pt x="5434" y="5420"/>
                    <a:pt x="5306" y="5489"/>
                    <a:pt x="5176" y="5489"/>
                  </a:cubicBezTo>
                  <a:cubicBezTo>
                    <a:pt x="4968" y="5489"/>
                    <a:pt x="4755" y="5313"/>
                    <a:pt x="4852" y="5041"/>
                  </a:cubicBezTo>
                  <a:lnTo>
                    <a:pt x="6207" y="946"/>
                  </a:lnTo>
                  <a:cubicBezTo>
                    <a:pt x="6265" y="782"/>
                    <a:pt x="6389" y="714"/>
                    <a:pt x="6515" y="714"/>
                  </a:cubicBezTo>
                  <a:close/>
                  <a:moveTo>
                    <a:pt x="0" y="1"/>
                  </a:moveTo>
                  <a:lnTo>
                    <a:pt x="0" y="5829"/>
                  </a:lnTo>
                  <a:lnTo>
                    <a:pt x="32" y="5829"/>
                  </a:lnTo>
                  <a:cubicBezTo>
                    <a:pt x="32" y="6396"/>
                    <a:pt x="504" y="6869"/>
                    <a:pt x="1072" y="6869"/>
                  </a:cubicBezTo>
                  <a:lnTo>
                    <a:pt x="10681" y="6869"/>
                  </a:lnTo>
                  <a:cubicBezTo>
                    <a:pt x="11216" y="6869"/>
                    <a:pt x="11689" y="6396"/>
                    <a:pt x="11689" y="5829"/>
                  </a:cubicBezTo>
                  <a:lnTo>
                    <a:pt x="116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2" name="Google Shape;862;p31"/>
          <p:cNvGrpSpPr/>
          <p:nvPr/>
        </p:nvGrpSpPr>
        <p:grpSpPr>
          <a:xfrm>
            <a:off x="614063" y="3068027"/>
            <a:ext cx="329184" cy="314873"/>
            <a:chOff x="-1592325" y="3957400"/>
            <a:chExt cx="293025" cy="277275"/>
          </a:xfrm>
        </p:grpSpPr>
        <p:sp>
          <p:nvSpPr>
            <p:cNvPr id="863" name="Google Shape;863;p31"/>
            <p:cNvSpPr/>
            <p:nvPr/>
          </p:nvSpPr>
          <p:spPr>
            <a:xfrm>
              <a:off x="-1591550" y="395740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1"/>
            <p:cNvSpPr/>
            <p:nvPr/>
          </p:nvSpPr>
          <p:spPr>
            <a:xfrm>
              <a:off x="-1592325" y="4043250"/>
              <a:ext cx="291450" cy="171725"/>
            </a:xfrm>
            <a:custGeom>
              <a:rect b="b" l="l" r="r" t="t"/>
              <a:pathLst>
                <a:path extrusionOk="0" h="6869" w="11658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1"/>
            <p:cNvSpPr/>
            <p:nvPr/>
          </p:nvSpPr>
          <p:spPr>
            <a:xfrm>
              <a:off x="-1471825" y="41291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1"/>
            <p:cNvSpPr/>
            <p:nvPr/>
          </p:nvSpPr>
          <p:spPr>
            <a:xfrm>
              <a:off x="-1526175" y="4077900"/>
              <a:ext cx="156775" cy="156775"/>
            </a:xfrm>
            <a:custGeom>
              <a:rect b="b" l="l" r="r" t="t"/>
              <a:pathLst>
                <a:path extrusionOk="0" h="6271" w="6271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7" name="Google Shape;867;p31"/>
          <p:cNvGrpSpPr/>
          <p:nvPr/>
        </p:nvGrpSpPr>
        <p:grpSpPr>
          <a:xfrm>
            <a:off x="614063" y="4104413"/>
            <a:ext cx="329172" cy="329193"/>
            <a:chOff x="-4475825" y="3612425"/>
            <a:chExt cx="293825" cy="291450"/>
          </a:xfrm>
        </p:grpSpPr>
        <p:sp>
          <p:nvSpPr>
            <p:cNvPr id="868" name="Google Shape;868;p31"/>
            <p:cNvSpPr/>
            <p:nvPr/>
          </p:nvSpPr>
          <p:spPr>
            <a:xfrm>
              <a:off x="-4349800" y="3664400"/>
              <a:ext cx="34675" cy="33100"/>
            </a:xfrm>
            <a:custGeom>
              <a:rect b="b" l="l" r="r" t="t"/>
              <a:pathLst>
                <a:path extrusionOk="0" h="1324" w="1387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1"/>
            <p:cNvSpPr/>
            <p:nvPr/>
          </p:nvSpPr>
          <p:spPr>
            <a:xfrm>
              <a:off x="-4366325" y="3714800"/>
              <a:ext cx="68525" cy="34700"/>
            </a:xfrm>
            <a:custGeom>
              <a:rect b="b" l="l" r="r" t="t"/>
              <a:pathLst>
                <a:path extrusionOk="0" h="1388" w="2741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1"/>
            <p:cNvSpPr/>
            <p:nvPr/>
          </p:nvSpPr>
          <p:spPr>
            <a:xfrm>
              <a:off x="-4475825" y="3612425"/>
              <a:ext cx="293825" cy="291450"/>
            </a:xfrm>
            <a:custGeom>
              <a:rect b="b" l="l" r="r" t="t"/>
              <a:pathLst>
                <a:path extrusionOk="0" h="11658" w="11753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1" name="Google Shape;871;p31"/>
          <p:cNvGrpSpPr/>
          <p:nvPr/>
        </p:nvGrpSpPr>
        <p:grpSpPr>
          <a:xfrm>
            <a:off x="8200752" y="3060890"/>
            <a:ext cx="329184" cy="329171"/>
            <a:chOff x="-6689825" y="3992050"/>
            <a:chExt cx="293025" cy="291250"/>
          </a:xfrm>
        </p:grpSpPr>
        <p:sp>
          <p:nvSpPr>
            <p:cNvPr id="872" name="Google Shape;872;p31"/>
            <p:cNvSpPr/>
            <p:nvPr/>
          </p:nvSpPr>
          <p:spPr>
            <a:xfrm>
              <a:off x="-6547275" y="3992050"/>
              <a:ext cx="30750" cy="65400"/>
            </a:xfrm>
            <a:custGeom>
              <a:rect b="b" l="l" r="r" t="t"/>
              <a:pathLst>
                <a:path extrusionOk="0" h="2616" w="1230">
                  <a:moveTo>
                    <a:pt x="1229" y="1"/>
                  </a:moveTo>
                  <a:cubicBezTo>
                    <a:pt x="757" y="379"/>
                    <a:pt x="284" y="1355"/>
                    <a:pt x="1" y="2616"/>
                  </a:cubicBezTo>
                  <a:lnTo>
                    <a:pt x="1229" y="2616"/>
                  </a:lnTo>
                  <a:lnTo>
                    <a:pt x="12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1"/>
            <p:cNvSpPr/>
            <p:nvPr/>
          </p:nvSpPr>
          <p:spPr>
            <a:xfrm>
              <a:off x="-6547275" y="4143275"/>
              <a:ext cx="30750" cy="64600"/>
            </a:xfrm>
            <a:custGeom>
              <a:rect b="b" l="l" r="r" t="t"/>
              <a:pathLst>
                <a:path extrusionOk="0" h="2584" w="1230">
                  <a:moveTo>
                    <a:pt x="1" y="1"/>
                  </a:moveTo>
                  <a:cubicBezTo>
                    <a:pt x="284" y="1261"/>
                    <a:pt x="757" y="2237"/>
                    <a:pt x="1229" y="2584"/>
                  </a:cubicBezTo>
                  <a:lnTo>
                    <a:pt x="12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1"/>
            <p:cNvSpPr/>
            <p:nvPr/>
          </p:nvSpPr>
          <p:spPr>
            <a:xfrm>
              <a:off x="-6551200" y="4073975"/>
              <a:ext cx="34675" cy="51200"/>
            </a:xfrm>
            <a:custGeom>
              <a:rect b="b" l="l" r="r" t="t"/>
              <a:pathLst>
                <a:path extrusionOk="0" h="2048" w="1387">
                  <a:moveTo>
                    <a:pt x="63" y="0"/>
                  </a:moveTo>
                  <a:cubicBezTo>
                    <a:pt x="0" y="725"/>
                    <a:pt x="0" y="1355"/>
                    <a:pt x="63" y="2048"/>
                  </a:cubicBezTo>
                  <a:lnTo>
                    <a:pt x="1386" y="2048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1"/>
            <p:cNvSpPr/>
            <p:nvPr/>
          </p:nvSpPr>
          <p:spPr>
            <a:xfrm>
              <a:off x="-6475600" y="3994425"/>
              <a:ext cx="70125" cy="63025"/>
            </a:xfrm>
            <a:custGeom>
              <a:rect b="b" l="l" r="r" t="t"/>
              <a:pathLst>
                <a:path extrusionOk="0" h="2521" w="2805">
                  <a:moveTo>
                    <a:pt x="1" y="0"/>
                  </a:moveTo>
                  <a:cubicBezTo>
                    <a:pt x="442" y="630"/>
                    <a:pt x="757" y="1512"/>
                    <a:pt x="946" y="2521"/>
                  </a:cubicBezTo>
                  <a:lnTo>
                    <a:pt x="2805" y="2521"/>
                  </a:lnTo>
                  <a:cubicBezTo>
                    <a:pt x="2301" y="1292"/>
                    <a:pt x="1261" y="34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1"/>
            <p:cNvSpPr/>
            <p:nvPr/>
          </p:nvSpPr>
          <p:spPr>
            <a:xfrm>
              <a:off x="-6449600" y="4073975"/>
              <a:ext cx="52800" cy="51200"/>
            </a:xfrm>
            <a:custGeom>
              <a:rect b="b" l="l" r="r" t="t"/>
              <a:pathLst>
                <a:path extrusionOk="0" h="2048" w="2112">
                  <a:moveTo>
                    <a:pt x="0" y="0"/>
                  </a:moveTo>
                  <a:cubicBezTo>
                    <a:pt x="63" y="725"/>
                    <a:pt x="63" y="1355"/>
                    <a:pt x="0" y="2048"/>
                  </a:cubicBezTo>
                  <a:lnTo>
                    <a:pt x="1954" y="2048"/>
                  </a:lnTo>
                  <a:cubicBezTo>
                    <a:pt x="2048" y="1733"/>
                    <a:pt x="2080" y="1386"/>
                    <a:pt x="2080" y="1040"/>
                  </a:cubicBezTo>
                  <a:cubicBezTo>
                    <a:pt x="2111" y="662"/>
                    <a:pt x="2048" y="347"/>
                    <a:pt x="19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1"/>
            <p:cNvSpPr/>
            <p:nvPr/>
          </p:nvSpPr>
          <p:spPr>
            <a:xfrm>
              <a:off x="-6500000" y="3992050"/>
              <a:ext cx="30725" cy="65400"/>
            </a:xfrm>
            <a:custGeom>
              <a:rect b="b" l="l" r="r" t="t"/>
              <a:pathLst>
                <a:path extrusionOk="0" h="2616" w="1229">
                  <a:moveTo>
                    <a:pt x="0" y="1"/>
                  </a:moveTo>
                  <a:lnTo>
                    <a:pt x="0" y="2616"/>
                  </a:lnTo>
                  <a:lnTo>
                    <a:pt x="1229" y="2616"/>
                  </a:lnTo>
                  <a:cubicBezTo>
                    <a:pt x="977" y="1355"/>
                    <a:pt x="473" y="379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1"/>
            <p:cNvSpPr/>
            <p:nvPr/>
          </p:nvSpPr>
          <p:spPr>
            <a:xfrm>
              <a:off x="-6500000" y="4143275"/>
              <a:ext cx="30725" cy="64600"/>
            </a:xfrm>
            <a:custGeom>
              <a:rect b="b" l="l" r="r" t="t"/>
              <a:pathLst>
                <a:path extrusionOk="0" h="2584" w="1229">
                  <a:moveTo>
                    <a:pt x="0" y="1"/>
                  </a:moveTo>
                  <a:lnTo>
                    <a:pt x="0" y="2584"/>
                  </a:lnTo>
                  <a:cubicBezTo>
                    <a:pt x="473" y="2237"/>
                    <a:pt x="945" y="126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1"/>
            <p:cNvSpPr/>
            <p:nvPr/>
          </p:nvSpPr>
          <p:spPr>
            <a:xfrm>
              <a:off x="-6689825" y="4141700"/>
              <a:ext cx="149675" cy="141600"/>
            </a:xfrm>
            <a:custGeom>
              <a:rect b="b" l="l" r="r" t="t"/>
              <a:pathLst>
                <a:path extrusionOk="0" h="5664" w="5987">
                  <a:moveTo>
                    <a:pt x="3182" y="1"/>
                  </a:moveTo>
                  <a:cubicBezTo>
                    <a:pt x="3371" y="442"/>
                    <a:pt x="3623" y="851"/>
                    <a:pt x="3938" y="1198"/>
                  </a:cubicBezTo>
                  <a:lnTo>
                    <a:pt x="3088" y="2017"/>
                  </a:lnTo>
                  <a:cubicBezTo>
                    <a:pt x="2946" y="1946"/>
                    <a:pt x="2791" y="1911"/>
                    <a:pt x="2638" y="1911"/>
                  </a:cubicBezTo>
                  <a:cubicBezTo>
                    <a:pt x="2382" y="1911"/>
                    <a:pt x="2131" y="2009"/>
                    <a:pt x="1954" y="2206"/>
                  </a:cubicBezTo>
                  <a:lnTo>
                    <a:pt x="378" y="3907"/>
                  </a:lnTo>
                  <a:cubicBezTo>
                    <a:pt x="0" y="4317"/>
                    <a:pt x="0" y="4978"/>
                    <a:pt x="378" y="5356"/>
                  </a:cubicBezTo>
                  <a:cubicBezTo>
                    <a:pt x="583" y="5561"/>
                    <a:pt x="851" y="5664"/>
                    <a:pt x="1115" y="5664"/>
                  </a:cubicBezTo>
                  <a:cubicBezTo>
                    <a:pt x="1379" y="5664"/>
                    <a:pt x="1639" y="5561"/>
                    <a:pt x="1828" y="5356"/>
                  </a:cubicBezTo>
                  <a:lnTo>
                    <a:pt x="3403" y="3687"/>
                  </a:lnTo>
                  <a:cubicBezTo>
                    <a:pt x="3718" y="3372"/>
                    <a:pt x="3781" y="2899"/>
                    <a:pt x="3623" y="2521"/>
                  </a:cubicBezTo>
                  <a:lnTo>
                    <a:pt x="4443" y="1702"/>
                  </a:lnTo>
                  <a:cubicBezTo>
                    <a:pt x="4821" y="2111"/>
                    <a:pt x="5388" y="2426"/>
                    <a:pt x="5986" y="2584"/>
                  </a:cubicBezTo>
                  <a:cubicBezTo>
                    <a:pt x="5545" y="1954"/>
                    <a:pt x="5230" y="1040"/>
                    <a:pt x="50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1"/>
            <p:cNvSpPr/>
            <p:nvPr/>
          </p:nvSpPr>
          <p:spPr>
            <a:xfrm>
              <a:off x="-6475600" y="4141700"/>
              <a:ext cx="70125" cy="64600"/>
            </a:xfrm>
            <a:custGeom>
              <a:rect b="b" l="l" r="r" t="t"/>
              <a:pathLst>
                <a:path extrusionOk="0" h="2584" w="2805">
                  <a:moveTo>
                    <a:pt x="946" y="1"/>
                  </a:moveTo>
                  <a:cubicBezTo>
                    <a:pt x="757" y="1040"/>
                    <a:pt x="442" y="1954"/>
                    <a:pt x="1" y="2584"/>
                  </a:cubicBezTo>
                  <a:cubicBezTo>
                    <a:pt x="1261" y="2174"/>
                    <a:pt x="2301" y="1229"/>
                    <a:pt x="28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1"/>
            <p:cNvSpPr/>
            <p:nvPr/>
          </p:nvSpPr>
          <p:spPr>
            <a:xfrm>
              <a:off x="-6618950" y="4073975"/>
              <a:ext cx="52025" cy="51200"/>
            </a:xfrm>
            <a:custGeom>
              <a:rect b="b" l="l" r="r" t="t"/>
              <a:pathLst>
                <a:path extrusionOk="0" h="2048" w="2081">
                  <a:moveTo>
                    <a:pt x="95" y="0"/>
                  </a:moveTo>
                  <a:cubicBezTo>
                    <a:pt x="32" y="315"/>
                    <a:pt x="1" y="662"/>
                    <a:pt x="1" y="1040"/>
                  </a:cubicBezTo>
                  <a:cubicBezTo>
                    <a:pt x="1" y="1386"/>
                    <a:pt x="32" y="1733"/>
                    <a:pt x="95" y="2048"/>
                  </a:cubicBezTo>
                  <a:lnTo>
                    <a:pt x="2080" y="2048"/>
                  </a:lnTo>
                  <a:cubicBezTo>
                    <a:pt x="1986" y="1355"/>
                    <a:pt x="1986" y="725"/>
                    <a:pt x="20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1"/>
            <p:cNvSpPr/>
            <p:nvPr/>
          </p:nvSpPr>
          <p:spPr>
            <a:xfrm>
              <a:off x="-6610275" y="3992850"/>
              <a:ext cx="70125" cy="63025"/>
            </a:xfrm>
            <a:custGeom>
              <a:rect b="b" l="l" r="r" t="t"/>
              <a:pathLst>
                <a:path extrusionOk="0" h="2521" w="2805">
                  <a:moveTo>
                    <a:pt x="2804" y="0"/>
                  </a:moveTo>
                  <a:lnTo>
                    <a:pt x="2804" y="0"/>
                  </a:lnTo>
                  <a:cubicBezTo>
                    <a:pt x="1544" y="410"/>
                    <a:pt x="504" y="1355"/>
                    <a:pt x="0" y="2521"/>
                  </a:cubicBezTo>
                  <a:lnTo>
                    <a:pt x="1859" y="2521"/>
                  </a:lnTo>
                  <a:cubicBezTo>
                    <a:pt x="2017" y="1575"/>
                    <a:pt x="2363" y="693"/>
                    <a:pt x="28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1"/>
            <p:cNvSpPr/>
            <p:nvPr/>
          </p:nvSpPr>
          <p:spPr>
            <a:xfrm>
              <a:off x="-6500000" y="4073975"/>
              <a:ext cx="35450" cy="51200"/>
            </a:xfrm>
            <a:custGeom>
              <a:rect b="b" l="l" r="r" t="t"/>
              <a:pathLst>
                <a:path extrusionOk="0" h="2048" w="1418">
                  <a:moveTo>
                    <a:pt x="0" y="0"/>
                  </a:moveTo>
                  <a:lnTo>
                    <a:pt x="0" y="2048"/>
                  </a:lnTo>
                  <a:lnTo>
                    <a:pt x="1292" y="2048"/>
                  </a:lnTo>
                  <a:cubicBezTo>
                    <a:pt x="1418" y="1355"/>
                    <a:pt x="1418" y="725"/>
                    <a:pt x="12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4" name="Google Shape;884;p31"/>
          <p:cNvGrpSpPr/>
          <p:nvPr/>
        </p:nvGrpSpPr>
        <p:grpSpPr>
          <a:xfrm>
            <a:off x="8200750" y="4104426"/>
            <a:ext cx="329172" cy="329174"/>
            <a:chOff x="-4478975" y="3251700"/>
            <a:chExt cx="293825" cy="293800"/>
          </a:xfrm>
        </p:grpSpPr>
        <p:sp>
          <p:nvSpPr>
            <p:cNvPr id="885" name="Google Shape;885;p31"/>
            <p:cNvSpPr/>
            <p:nvPr/>
          </p:nvSpPr>
          <p:spPr>
            <a:xfrm>
              <a:off x="-4375000" y="3365100"/>
              <a:ext cx="85075" cy="110900"/>
            </a:xfrm>
            <a:custGeom>
              <a:rect b="b" l="l" r="r" t="t"/>
              <a:pathLst>
                <a:path extrusionOk="0" h="4436" w="3403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1"/>
            <p:cNvSpPr/>
            <p:nvPr/>
          </p:nvSpPr>
          <p:spPr>
            <a:xfrm>
              <a:off x="-4408875" y="3321800"/>
              <a:ext cx="154400" cy="148875"/>
            </a:xfrm>
            <a:custGeom>
              <a:rect b="b" l="l" r="r" t="t"/>
              <a:pathLst>
                <a:path extrusionOk="0" h="5955" w="6176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1"/>
            <p:cNvSpPr/>
            <p:nvPr/>
          </p:nvSpPr>
          <p:spPr>
            <a:xfrm>
              <a:off x="-4478975" y="3251700"/>
              <a:ext cx="293825" cy="293800"/>
            </a:xfrm>
            <a:custGeom>
              <a:rect b="b" l="l" r="r" t="t"/>
              <a:pathLst>
                <a:path extrusionOk="0" h="11752" w="11753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8" name="Google Shape;88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2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Aspect de </a:t>
            </a:r>
            <a:r>
              <a:rPr b="1" lang="en"/>
              <a:t>Expo Universal</a:t>
            </a:r>
            <a:r>
              <a:rPr lang="en"/>
              <a:t>*</a:t>
            </a:r>
            <a:endParaRPr b="1"/>
          </a:p>
        </p:txBody>
      </p:sp>
      <p:sp>
        <p:nvSpPr>
          <p:cNvPr id="894" name="Google Shape;894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5" name="Google Shape;895;p32"/>
          <p:cNvSpPr txBox="1"/>
          <p:nvPr/>
        </p:nvSpPr>
        <p:spPr>
          <a:xfrm>
            <a:off x="2475400" y="4688650"/>
            <a:ext cx="2570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* </a:t>
            </a:r>
            <a:r>
              <a:rPr b="1" lang="en"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Avec une application de fitness (MBFit)</a:t>
            </a:r>
            <a:endParaRPr b="1" sz="900" u="sng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3"/>
          <p:cNvSpPr txBox="1"/>
          <p:nvPr>
            <p:ph type="title"/>
          </p:nvPr>
        </p:nvSpPr>
        <p:spPr>
          <a:xfrm>
            <a:off x="0" y="419625"/>
            <a:ext cx="91440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Bilan </a:t>
            </a:r>
            <a:r>
              <a:rPr b="1" lang="en"/>
              <a:t>personnel </a:t>
            </a:r>
            <a:r>
              <a:rPr lang="en"/>
              <a:t>et </a:t>
            </a:r>
            <a:r>
              <a:rPr b="1" lang="en"/>
              <a:t>REX</a:t>
            </a:r>
            <a:r>
              <a:rPr lang="en" sz="1900"/>
              <a:t>*</a:t>
            </a:r>
            <a:endParaRPr b="1" sz="1900"/>
          </a:p>
        </p:txBody>
      </p:sp>
      <p:sp>
        <p:nvSpPr>
          <p:cNvPr id="901" name="Google Shape;901;p33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3"/>
          <p:cNvSpPr/>
          <p:nvPr/>
        </p:nvSpPr>
        <p:spPr>
          <a:xfrm>
            <a:off x="8189694" y="2007211"/>
            <a:ext cx="351315" cy="349427"/>
          </a:xfrm>
          <a:custGeom>
            <a:rect b="b" l="l" r="r" t="t"/>
            <a:pathLst>
              <a:path extrusionOk="0" h="11846" w="11910">
                <a:moveTo>
                  <a:pt x="5924" y="2080"/>
                </a:moveTo>
                <a:cubicBezTo>
                  <a:pt x="6302" y="2080"/>
                  <a:pt x="6617" y="2395"/>
                  <a:pt x="6617" y="2773"/>
                </a:cubicBezTo>
                <a:cubicBezTo>
                  <a:pt x="6617" y="3182"/>
                  <a:pt x="6302" y="3497"/>
                  <a:pt x="5924" y="3497"/>
                </a:cubicBezTo>
                <a:cubicBezTo>
                  <a:pt x="5514" y="3497"/>
                  <a:pt x="5199" y="3182"/>
                  <a:pt x="5199" y="2773"/>
                </a:cubicBezTo>
                <a:cubicBezTo>
                  <a:pt x="5199" y="2395"/>
                  <a:pt x="5514" y="2080"/>
                  <a:pt x="5924" y="2080"/>
                </a:cubicBezTo>
                <a:close/>
                <a:moveTo>
                  <a:pt x="5924" y="662"/>
                </a:moveTo>
                <a:cubicBezTo>
                  <a:pt x="7247" y="662"/>
                  <a:pt x="8318" y="1764"/>
                  <a:pt x="8318" y="3088"/>
                </a:cubicBezTo>
                <a:cubicBezTo>
                  <a:pt x="8318" y="3655"/>
                  <a:pt x="8129" y="4190"/>
                  <a:pt x="7783" y="4631"/>
                </a:cubicBezTo>
                <a:cubicBezTo>
                  <a:pt x="7562" y="4222"/>
                  <a:pt x="7310" y="3907"/>
                  <a:pt x="6900" y="3686"/>
                </a:cubicBezTo>
                <a:cubicBezTo>
                  <a:pt x="7153" y="3434"/>
                  <a:pt x="7310" y="3088"/>
                  <a:pt x="7310" y="2741"/>
                </a:cubicBezTo>
                <a:cubicBezTo>
                  <a:pt x="7310" y="1985"/>
                  <a:pt x="6680" y="1355"/>
                  <a:pt x="5924" y="1355"/>
                </a:cubicBezTo>
                <a:cubicBezTo>
                  <a:pt x="5168" y="1355"/>
                  <a:pt x="4538" y="1985"/>
                  <a:pt x="4538" y="2741"/>
                </a:cubicBezTo>
                <a:cubicBezTo>
                  <a:pt x="4538" y="3088"/>
                  <a:pt x="4695" y="3434"/>
                  <a:pt x="4947" y="3686"/>
                </a:cubicBezTo>
                <a:cubicBezTo>
                  <a:pt x="4538" y="3938"/>
                  <a:pt x="4223" y="4285"/>
                  <a:pt x="4034" y="4631"/>
                </a:cubicBezTo>
                <a:cubicBezTo>
                  <a:pt x="3592" y="4096"/>
                  <a:pt x="3403" y="3403"/>
                  <a:pt x="3498" y="2741"/>
                </a:cubicBezTo>
                <a:cubicBezTo>
                  <a:pt x="3655" y="1638"/>
                  <a:pt x="4664" y="662"/>
                  <a:pt x="5924" y="662"/>
                </a:cubicBezTo>
                <a:close/>
                <a:moveTo>
                  <a:pt x="5924" y="4159"/>
                </a:moveTo>
                <a:cubicBezTo>
                  <a:pt x="6554" y="4159"/>
                  <a:pt x="7058" y="4600"/>
                  <a:pt x="7247" y="5135"/>
                </a:cubicBezTo>
                <a:cubicBezTo>
                  <a:pt x="6869" y="5388"/>
                  <a:pt x="6428" y="5545"/>
                  <a:pt x="5924" y="5545"/>
                </a:cubicBezTo>
                <a:cubicBezTo>
                  <a:pt x="5451" y="5545"/>
                  <a:pt x="4979" y="5388"/>
                  <a:pt x="4569" y="5135"/>
                </a:cubicBezTo>
                <a:cubicBezTo>
                  <a:pt x="4727" y="4568"/>
                  <a:pt x="5294" y="4159"/>
                  <a:pt x="5924" y="4159"/>
                </a:cubicBezTo>
                <a:close/>
                <a:moveTo>
                  <a:pt x="1734" y="9042"/>
                </a:moveTo>
                <a:cubicBezTo>
                  <a:pt x="2301" y="9042"/>
                  <a:pt x="2773" y="9483"/>
                  <a:pt x="2773" y="10082"/>
                </a:cubicBezTo>
                <a:cubicBezTo>
                  <a:pt x="2773" y="10649"/>
                  <a:pt x="2301" y="11121"/>
                  <a:pt x="1734" y="11121"/>
                </a:cubicBezTo>
                <a:cubicBezTo>
                  <a:pt x="1198" y="11121"/>
                  <a:pt x="726" y="10649"/>
                  <a:pt x="726" y="10082"/>
                </a:cubicBezTo>
                <a:cubicBezTo>
                  <a:pt x="726" y="9483"/>
                  <a:pt x="1198" y="9042"/>
                  <a:pt x="1734" y="9042"/>
                </a:cubicBezTo>
                <a:close/>
                <a:moveTo>
                  <a:pt x="5924" y="9042"/>
                </a:moveTo>
                <a:cubicBezTo>
                  <a:pt x="6522" y="9042"/>
                  <a:pt x="6932" y="9515"/>
                  <a:pt x="6932" y="10082"/>
                </a:cubicBezTo>
                <a:cubicBezTo>
                  <a:pt x="6932" y="10649"/>
                  <a:pt x="6459" y="11121"/>
                  <a:pt x="5924" y="11121"/>
                </a:cubicBezTo>
                <a:cubicBezTo>
                  <a:pt x="5357" y="11121"/>
                  <a:pt x="4884" y="10649"/>
                  <a:pt x="4884" y="10082"/>
                </a:cubicBezTo>
                <a:cubicBezTo>
                  <a:pt x="4884" y="9483"/>
                  <a:pt x="5325" y="9042"/>
                  <a:pt x="5924" y="9042"/>
                </a:cubicBezTo>
                <a:close/>
                <a:moveTo>
                  <a:pt x="10145" y="9042"/>
                </a:moveTo>
                <a:cubicBezTo>
                  <a:pt x="10681" y="9042"/>
                  <a:pt x="11154" y="9483"/>
                  <a:pt x="11154" y="10082"/>
                </a:cubicBezTo>
                <a:cubicBezTo>
                  <a:pt x="11154" y="10649"/>
                  <a:pt x="10681" y="11121"/>
                  <a:pt x="10145" y="11121"/>
                </a:cubicBezTo>
                <a:cubicBezTo>
                  <a:pt x="9578" y="11121"/>
                  <a:pt x="9106" y="10649"/>
                  <a:pt x="9106" y="10082"/>
                </a:cubicBezTo>
                <a:cubicBezTo>
                  <a:pt x="9106" y="9483"/>
                  <a:pt x="9578" y="9042"/>
                  <a:pt x="10145" y="9042"/>
                </a:cubicBezTo>
                <a:close/>
                <a:moveTo>
                  <a:pt x="5955" y="0"/>
                </a:moveTo>
                <a:cubicBezTo>
                  <a:pt x="4349" y="0"/>
                  <a:pt x="3088" y="1197"/>
                  <a:pt x="2868" y="2678"/>
                </a:cubicBezTo>
                <a:cubicBezTo>
                  <a:pt x="2647" y="4442"/>
                  <a:pt x="3908" y="6018"/>
                  <a:pt x="5640" y="6207"/>
                </a:cubicBezTo>
                <a:lnTo>
                  <a:pt x="5640" y="6963"/>
                </a:lnTo>
                <a:lnTo>
                  <a:pt x="2427" y="6963"/>
                </a:lnTo>
                <a:cubicBezTo>
                  <a:pt x="1828" y="6963"/>
                  <a:pt x="1387" y="7435"/>
                  <a:pt x="1387" y="7971"/>
                </a:cubicBezTo>
                <a:lnTo>
                  <a:pt x="1387" y="8380"/>
                </a:lnTo>
                <a:cubicBezTo>
                  <a:pt x="599" y="8538"/>
                  <a:pt x="1" y="9231"/>
                  <a:pt x="1" y="10082"/>
                </a:cubicBezTo>
                <a:cubicBezTo>
                  <a:pt x="1" y="11027"/>
                  <a:pt x="789" y="11846"/>
                  <a:pt x="1734" y="11846"/>
                </a:cubicBezTo>
                <a:cubicBezTo>
                  <a:pt x="2679" y="11846"/>
                  <a:pt x="3466" y="11058"/>
                  <a:pt x="3466" y="10082"/>
                </a:cubicBezTo>
                <a:cubicBezTo>
                  <a:pt x="3466" y="9231"/>
                  <a:pt x="2868" y="8538"/>
                  <a:pt x="2080" y="8380"/>
                </a:cubicBezTo>
                <a:lnTo>
                  <a:pt x="2080" y="7971"/>
                </a:lnTo>
                <a:cubicBezTo>
                  <a:pt x="2080" y="7782"/>
                  <a:pt x="2238" y="7624"/>
                  <a:pt x="2458" y="7624"/>
                </a:cubicBezTo>
                <a:lnTo>
                  <a:pt x="5609" y="7624"/>
                </a:lnTo>
                <a:lnTo>
                  <a:pt x="5609" y="8349"/>
                </a:lnTo>
                <a:cubicBezTo>
                  <a:pt x="4821" y="8506"/>
                  <a:pt x="4223" y="9200"/>
                  <a:pt x="4223" y="10019"/>
                </a:cubicBezTo>
                <a:cubicBezTo>
                  <a:pt x="4223" y="10964"/>
                  <a:pt x="5010" y="11814"/>
                  <a:pt x="5955" y="11814"/>
                </a:cubicBezTo>
                <a:cubicBezTo>
                  <a:pt x="6900" y="11814"/>
                  <a:pt x="7688" y="11027"/>
                  <a:pt x="7688" y="10019"/>
                </a:cubicBezTo>
                <a:cubicBezTo>
                  <a:pt x="7688" y="9200"/>
                  <a:pt x="7090" y="8506"/>
                  <a:pt x="6302" y="8349"/>
                </a:cubicBezTo>
                <a:lnTo>
                  <a:pt x="6302" y="7624"/>
                </a:lnTo>
                <a:lnTo>
                  <a:pt x="9452" y="7624"/>
                </a:lnTo>
                <a:cubicBezTo>
                  <a:pt x="9641" y="7624"/>
                  <a:pt x="9799" y="7782"/>
                  <a:pt x="9799" y="7971"/>
                </a:cubicBezTo>
                <a:lnTo>
                  <a:pt x="9799" y="8380"/>
                </a:lnTo>
                <a:cubicBezTo>
                  <a:pt x="9011" y="8538"/>
                  <a:pt x="8444" y="9231"/>
                  <a:pt x="8444" y="10082"/>
                </a:cubicBezTo>
                <a:cubicBezTo>
                  <a:pt x="8444" y="11027"/>
                  <a:pt x="9232" y="11846"/>
                  <a:pt x="10177" y="11846"/>
                </a:cubicBezTo>
                <a:cubicBezTo>
                  <a:pt x="11122" y="11846"/>
                  <a:pt x="11910" y="11058"/>
                  <a:pt x="11910" y="10082"/>
                </a:cubicBezTo>
                <a:cubicBezTo>
                  <a:pt x="11910" y="9231"/>
                  <a:pt x="11311" y="8538"/>
                  <a:pt x="10524" y="8380"/>
                </a:cubicBezTo>
                <a:lnTo>
                  <a:pt x="10524" y="7971"/>
                </a:lnTo>
                <a:cubicBezTo>
                  <a:pt x="10524" y="7404"/>
                  <a:pt x="10051" y="6963"/>
                  <a:pt x="9484" y="6963"/>
                </a:cubicBezTo>
                <a:lnTo>
                  <a:pt x="6333" y="6963"/>
                </a:lnTo>
                <a:lnTo>
                  <a:pt x="6333" y="6207"/>
                </a:lnTo>
                <a:cubicBezTo>
                  <a:pt x="7909" y="6049"/>
                  <a:pt x="9106" y="4726"/>
                  <a:pt x="9106" y="3088"/>
                </a:cubicBezTo>
                <a:cubicBezTo>
                  <a:pt x="9106" y="1355"/>
                  <a:pt x="7688" y="0"/>
                  <a:pt x="595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3" name="Google Shape;903;p33"/>
          <p:cNvGrpSpPr/>
          <p:nvPr/>
        </p:nvGrpSpPr>
        <p:grpSpPr>
          <a:xfrm>
            <a:off x="614054" y="2036328"/>
            <a:ext cx="329184" cy="291189"/>
            <a:chOff x="-3030525" y="3973150"/>
            <a:chExt cx="293025" cy="257575"/>
          </a:xfrm>
        </p:grpSpPr>
        <p:sp>
          <p:nvSpPr>
            <p:cNvPr id="904" name="Google Shape;904;p33"/>
            <p:cNvSpPr/>
            <p:nvPr/>
          </p:nvSpPr>
          <p:spPr>
            <a:xfrm>
              <a:off x="-3029750" y="397315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1702" y="1355"/>
                  </a:moveTo>
                  <a:cubicBezTo>
                    <a:pt x="1891" y="1355"/>
                    <a:pt x="2049" y="1513"/>
                    <a:pt x="2049" y="1702"/>
                  </a:cubicBezTo>
                  <a:cubicBezTo>
                    <a:pt x="2049" y="1922"/>
                    <a:pt x="1891" y="2080"/>
                    <a:pt x="1702" y="2080"/>
                  </a:cubicBezTo>
                  <a:cubicBezTo>
                    <a:pt x="1513" y="2080"/>
                    <a:pt x="1356" y="1922"/>
                    <a:pt x="1356" y="1702"/>
                  </a:cubicBezTo>
                  <a:cubicBezTo>
                    <a:pt x="1356" y="1513"/>
                    <a:pt x="1513" y="1355"/>
                    <a:pt x="1702" y="1355"/>
                  </a:cubicBezTo>
                  <a:close/>
                  <a:moveTo>
                    <a:pt x="3088" y="1355"/>
                  </a:moveTo>
                  <a:cubicBezTo>
                    <a:pt x="3277" y="1355"/>
                    <a:pt x="3435" y="1513"/>
                    <a:pt x="3435" y="1702"/>
                  </a:cubicBezTo>
                  <a:cubicBezTo>
                    <a:pt x="3435" y="1922"/>
                    <a:pt x="3277" y="2080"/>
                    <a:pt x="3088" y="2080"/>
                  </a:cubicBezTo>
                  <a:cubicBezTo>
                    <a:pt x="2868" y="2080"/>
                    <a:pt x="2710" y="1922"/>
                    <a:pt x="2710" y="1702"/>
                  </a:cubicBezTo>
                  <a:cubicBezTo>
                    <a:pt x="2710" y="1513"/>
                    <a:pt x="2868" y="1355"/>
                    <a:pt x="3088" y="1355"/>
                  </a:cubicBezTo>
                  <a:close/>
                  <a:moveTo>
                    <a:pt x="9925" y="1387"/>
                  </a:moveTo>
                  <a:cubicBezTo>
                    <a:pt x="10366" y="1387"/>
                    <a:pt x="10366" y="2080"/>
                    <a:pt x="9925" y="2080"/>
                  </a:cubicBezTo>
                  <a:lnTo>
                    <a:pt x="5829" y="2080"/>
                  </a:lnTo>
                  <a:cubicBezTo>
                    <a:pt x="5388" y="2080"/>
                    <a:pt x="5357" y="1387"/>
                    <a:pt x="5829" y="1387"/>
                  </a:cubicBezTo>
                  <a:close/>
                  <a:moveTo>
                    <a:pt x="1041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58" y="505"/>
                    <a:pt x="11248" y="1"/>
                    <a:pt x="106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3"/>
            <p:cNvSpPr/>
            <p:nvPr/>
          </p:nvSpPr>
          <p:spPr>
            <a:xfrm>
              <a:off x="-3030525" y="4059000"/>
              <a:ext cx="292225" cy="171725"/>
            </a:xfrm>
            <a:custGeom>
              <a:rect b="b" l="l" r="r" t="t"/>
              <a:pathLst>
                <a:path extrusionOk="0" h="6869" w="11689">
                  <a:moveTo>
                    <a:pt x="3773" y="1366"/>
                  </a:moveTo>
                  <a:cubicBezTo>
                    <a:pt x="4065" y="1366"/>
                    <a:pt x="4260" y="1775"/>
                    <a:pt x="3970" y="1985"/>
                  </a:cubicBezTo>
                  <a:lnTo>
                    <a:pt x="2363" y="3088"/>
                  </a:lnTo>
                  <a:lnTo>
                    <a:pt x="3970" y="4191"/>
                  </a:lnTo>
                  <a:cubicBezTo>
                    <a:pt x="4252" y="4370"/>
                    <a:pt x="4075" y="4801"/>
                    <a:pt x="3795" y="4801"/>
                  </a:cubicBezTo>
                  <a:cubicBezTo>
                    <a:pt x="3731" y="4801"/>
                    <a:pt x="3662" y="4779"/>
                    <a:pt x="3592" y="4726"/>
                  </a:cubicBezTo>
                  <a:lnTo>
                    <a:pt x="1544" y="3372"/>
                  </a:lnTo>
                  <a:cubicBezTo>
                    <a:pt x="1324" y="3246"/>
                    <a:pt x="1324" y="2962"/>
                    <a:pt x="1544" y="2805"/>
                  </a:cubicBezTo>
                  <a:lnTo>
                    <a:pt x="3592" y="1418"/>
                  </a:lnTo>
                  <a:cubicBezTo>
                    <a:pt x="3654" y="1382"/>
                    <a:pt x="3715" y="1366"/>
                    <a:pt x="3773" y="1366"/>
                  </a:cubicBezTo>
                  <a:close/>
                  <a:moveTo>
                    <a:pt x="7912" y="1407"/>
                  </a:moveTo>
                  <a:cubicBezTo>
                    <a:pt x="7979" y="1407"/>
                    <a:pt x="8053" y="1429"/>
                    <a:pt x="8129" y="1481"/>
                  </a:cubicBezTo>
                  <a:lnTo>
                    <a:pt x="10145" y="2836"/>
                  </a:lnTo>
                  <a:cubicBezTo>
                    <a:pt x="10366" y="2962"/>
                    <a:pt x="10366" y="3277"/>
                    <a:pt x="10145" y="3403"/>
                  </a:cubicBezTo>
                  <a:lnTo>
                    <a:pt x="8129" y="4789"/>
                  </a:lnTo>
                  <a:cubicBezTo>
                    <a:pt x="8061" y="4826"/>
                    <a:pt x="7996" y="4841"/>
                    <a:pt x="7935" y="4841"/>
                  </a:cubicBezTo>
                  <a:cubicBezTo>
                    <a:pt x="7624" y="4841"/>
                    <a:pt x="7430" y="4433"/>
                    <a:pt x="7719" y="4222"/>
                  </a:cubicBezTo>
                  <a:lnTo>
                    <a:pt x="9326" y="3120"/>
                  </a:lnTo>
                  <a:lnTo>
                    <a:pt x="7719" y="2017"/>
                  </a:lnTo>
                  <a:cubicBezTo>
                    <a:pt x="7437" y="1837"/>
                    <a:pt x="7615" y="1407"/>
                    <a:pt x="7912" y="1407"/>
                  </a:cubicBezTo>
                  <a:close/>
                  <a:moveTo>
                    <a:pt x="6515" y="714"/>
                  </a:moveTo>
                  <a:cubicBezTo>
                    <a:pt x="6728" y="714"/>
                    <a:pt x="6948" y="909"/>
                    <a:pt x="6868" y="1166"/>
                  </a:cubicBezTo>
                  <a:lnTo>
                    <a:pt x="5482" y="5262"/>
                  </a:lnTo>
                  <a:cubicBezTo>
                    <a:pt x="5434" y="5420"/>
                    <a:pt x="5306" y="5489"/>
                    <a:pt x="5176" y="5489"/>
                  </a:cubicBezTo>
                  <a:cubicBezTo>
                    <a:pt x="4968" y="5489"/>
                    <a:pt x="4755" y="5313"/>
                    <a:pt x="4852" y="5041"/>
                  </a:cubicBezTo>
                  <a:lnTo>
                    <a:pt x="6207" y="946"/>
                  </a:lnTo>
                  <a:cubicBezTo>
                    <a:pt x="6265" y="782"/>
                    <a:pt x="6389" y="714"/>
                    <a:pt x="6515" y="714"/>
                  </a:cubicBezTo>
                  <a:close/>
                  <a:moveTo>
                    <a:pt x="0" y="1"/>
                  </a:moveTo>
                  <a:lnTo>
                    <a:pt x="0" y="5829"/>
                  </a:lnTo>
                  <a:lnTo>
                    <a:pt x="32" y="5829"/>
                  </a:lnTo>
                  <a:cubicBezTo>
                    <a:pt x="32" y="6396"/>
                    <a:pt x="504" y="6869"/>
                    <a:pt x="1072" y="6869"/>
                  </a:cubicBezTo>
                  <a:lnTo>
                    <a:pt x="10681" y="6869"/>
                  </a:lnTo>
                  <a:cubicBezTo>
                    <a:pt x="11216" y="6869"/>
                    <a:pt x="11689" y="6396"/>
                    <a:pt x="11689" y="5829"/>
                  </a:cubicBezTo>
                  <a:lnTo>
                    <a:pt x="116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6" name="Google Shape;906;p33"/>
          <p:cNvGrpSpPr/>
          <p:nvPr/>
        </p:nvGrpSpPr>
        <p:grpSpPr>
          <a:xfrm>
            <a:off x="614063" y="3068027"/>
            <a:ext cx="329184" cy="314873"/>
            <a:chOff x="-1592325" y="3957400"/>
            <a:chExt cx="293025" cy="277275"/>
          </a:xfrm>
        </p:grpSpPr>
        <p:sp>
          <p:nvSpPr>
            <p:cNvPr id="907" name="Google Shape;907;p33"/>
            <p:cNvSpPr/>
            <p:nvPr/>
          </p:nvSpPr>
          <p:spPr>
            <a:xfrm>
              <a:off x="-1591550" y="3957400"/>
              <a:ext cx="292250" cy="68550"/>
            </a:xfrm>
            <a:custGeom>
              <a:rect b="b" l="l" r="r" t="t"/>
              <a:pathLst>
                <a:path extrusionOk="0" h="2742" w="1169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3"/>
            <p:cNvSpPr/>
            <p:nvPr/>
          </p:nvSpPr>
          <p:spPr>
            <a:xfrm>
              <a:off x="-1592325" y="4043250"/>
              <a:ext cx="291450" cy="171725"/>
            </a:xfrm>
            <a:custGeom>
              <a:rect b="b" l="l" r="r" t="t"/>
              <a:pathLst>
                <a:path extrusionOk="0" h="6869" w="11658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3"/>
            <p:cNvSpPr/>
            <p:nvPr/>
          </p:nvSpPr>
          <p:spPr>
            <a:xfrm>
              <a:off x="-1471825" y="41291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3"/>
            <p:cNvSpPr/>
            <p:nvPr/>
          </p:nvSpPr>
          <p:spPr>
            <a:xfrm>
              <a:off x="-1526175" y="4077900"/>
              <a:ext cx="156775" cy="156775"/>
            </a:xfrm>
            <a:custGeom>
              <a:rect b="b" l="l" r="r" t="t"/>
              <a:pathLst>
                <a:path extrusionOk="0" h="6271" w="6271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1" name="Google Shape;911;p33"/>
          <p:cNvGrpSpPr/>
          <p:nvPr/>
        </p:nvGrpSpPr>
        <p:grpSpPr>
          <a:xfrm>
            <a:off x="614063" y="4104413"/>
            <a:ext cx="329172" cy="329193"/>
            <a:chOff x="-4475825" y="3612425"/>
            <a:chExt cx="293825" cy="291450"/>
          </a:xfrm>
        </p:grpSpPr>
        <p:sp>
          <p:nvSpPr>
            <p:cNvPr id="912" name="Google Shape;912;p33"/>
            <p:cNvSpPr/>
            <p:nvPr/>
          </p:nvSpPr>
          <p:spPr>
            <a:xfrm>
              <a:off x="-4349800" y="3664400"/>
              <a:ext cx="34675" cy="33100"/>
            </a:xfrm>
            <a:custGeom>
              <a:rect b="b" l="l" r="r" t="t"/>
              <a:pathLst>
                <a:path extrusionOk="0" h="1324" w="1387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3"/>
            <p:cNvSpPr/>
            <p:nvPr/>
          </p:nvSpPr>
          <p:spPr>
            <a:xfrm>
              <a:off x="-4366325" y="3714800"/>
              <a:ext cx="68525" cy="34700"/>
            </a:xfrm>
            <a:custGeom>
              <a:rect b="b" l="l" r="r" t="t"/>
              <a:pathLst>
                <a:path extrusionOk="0" h="1388" w="2741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3"/>
            <p:cNvSpPr/>
            <p:nvPr/>
          </p:nvSpPr>
          <p:spPr>
            <a:xfrm>
              <a:off x="-4475825" y="3612425"/>
              <a:ext cx="293825" cy="291450"/>
            </a:xfrm>
            <a:custGeom>
              <a:rect b="b" l="l" r="r" t="t"/>
              <a:pathLst>
                <a:path extrusionOk="0" h="11658" w="11753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5" name="Google Shape;915;p33"/>
          <p:cNvGrpSpPr/>
          <p:nvPr/>
        </p:nvGrpSpPr>
        <p:grpSpPr>
          <a:xfrm>
            <a:off x="8200752" y="3060890"/>
            <a:ext cx="329184" cy="329171"/>
            <a:chOff x="-6689825" y="3992050"/>
            <a:chExt cx="293025" cy="291250"/>
          </a:xfrm>
        </p:grpSpPr>
        <p:sp>
          <p:nvSpPr>
            <p:cNvPr id="916" name="Google Shape;916;p33"/>
            <p:cNvSpPr/>
            <p:nvPr/>
          </p:nvSpPr>
          <p:spPr>
            <a:xfrm>
              <a:off x="-6547275" y="3992050"/>
              <a:ext cx="30750" cy="65400"/>
            </a:xfrm>
            <a:custGeom>
              <a:rect b="b" l="l" r="r" t="t"/>
              <a:pathLst>
                <a:path extrusionOk="0" h="2616" w="1230">
                  <a:moveTo>
                    <a:pt x="1229" y="1"/>
                  </a:moveTo>
                  <a:cubicBezTo>
                    <a:pt x="757" y="379"/>
                    <a:pt x="284" y="1355"/>
                    <a:pt x="1" y="2616"/>
                  </a:cubicBezTo>
                  <a:lnTo>
                    <a:pt x="1229" y="2616"/>
                  </a:lnTo>
                  <a:lnTo>
                    <a:pt x="12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3"/>
            <p:cNvSpPr/>
            <p:nvPr/>
          </p:nvSpPr>
          <p:spPr>
            <a:xfrm>
              <a:off x="-6547275" y="4143275"/>
              <a:ext cx="30750" cy="64600"/>
            </a:xfrm>
            <a:custGeom>
              <a:rect b="b" l="l" r="r" t="t"/>
              <a:pathLst>
                <a:path extrusionOk="0" h="2584" w="1230">
                  <a:moveTo>
                    <a:pt x="1" y="1"/>
                  </a:moveTo>
                  <a:cubicBezTo>
                    <a:pt x="284" y="1261"/>
                    <a:pt x="757" y="2237"/>
                    <a:pt x="1229" y="2584"/>
                  </a:cubicBezTo>
                  <a:lnTo>
                    <a:pt x="12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3"/>
            <p:cNvSpPr/>
            <p:nvPr/>
          </p:nvSpPr>
          <p:spPr>
            <a:xfrm>
              <a:off x="-6551200" y="4073975"/>
              <a:ext cx="34675" cy="51200"/>
            </a:xfrm>
            <a:custGeom>
              <a:rect b="b" l="l" r="r" t="t"/>
              <a:pathLst>
                <a:path extrusionOk="0" h="2048" w="1387">
                  <a:moveTo>
                    <a:pt x="63" y="0"/>
                  </a:moveTo>
                  <a:cubicBezTo>
                    <a:pt x="0" y="725"/>
                    <a:pt x="0" y="1355"/>
                    <a:pt x="63" y="2048"/>
                  </a:cubicBezTo>
                  <a:lnTo>
                    <a:pt x="1386" y="2048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3"/>
            <p:cNvSpPr/>
            <p:nvPr/>
          </p:nvSpPr>
          <p:spPr>
            <a:xfrm>
              <a:off x="-6475600" y="3994425"/>
              <a:ext cx="70125" cy="63025"/>
            </a:xfrm>
            <a:custGeom>
              <a:rect b="b" l="l" r="r" t="t"/>
              <a:pathLst>
                <a:path extrusionOk="0" h="2521" w="2805">
                  <a:moveTo>
                    <a:pt x="1" y="0"/>
                  </a:moveTo>
                  <a:cubicBezTo>
                    <a:pt x="442" y="630"/>
                    <a:pt x="757" y="1512"/>
                    <a:pt x="946" y="2521"/>
                  </a:cubicBezTo>
                  <a:lnTo>
                    <a:pt x="2805" y="2521"/>
                  </a:lnTo>
                  <a:cubicBezTo>
                    <a:pt x="2301" y="1292"/>
                    <a:pt x="1261" y="34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3"/>
            <p:cNvSpPr/>
            <p:nvPr/>
          </p:nvSpPr>
          <p:spPr>
            <a:xfrm>
              <a:off x="-6449600" y="4073975"/>
              <a:ext cx="52800" cy="51200"/>
            </a:xfrm>
            <a:custGeom>
              <a:rect b="b" l="l" r="r" t="t"/>
              <a:pathLst>
                <a:path extrusionOk="0" h="2048" w="2112">
                  <a:moveTo>
                    <a:pt x="0" y="0"/>
                  </a:moveTo>
                  <a:cubicBezTo>
                    <a:pt x="63" y="725"/>
                    <a:pt x="63" y="1355"/>
                    <a:pt x="0" y="2048"/>
                  </a:cubicBezTo>
                  <a:lnTo>
                    <a:pt x="1954" y="2048"/>
                  </a:lnTo>
                  <a:cubicBezTo>
                    <a:pt x="2048" y="1733"/>
                    <a:pt x="2080" y="1386"/>
                    <a:pt x="2080" y="1040"/>
                  </a:cubicBezTo>
                  <a:cubicBezTo>
                    <a:pt x="2111" y="662"/>
                    <a:pt x="2048" y="347"/>
                    <a:pt x="19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3"/>
            <p:cNvSpPr/>
            <p:nvPr/>
          </p:nvSpPr>
          <p:spPr>
            <a:xfrm>
              <a:off x="-6500000" y="3992050"/>
              <a:ext cx="30725" cy="65400"/>
            </a:xfrm>
            <a:custGeom>
              <a:rect b="b" l="l" r="r" t="t"/>
              <a:pathLst>
                <a:path extrusionOk="0" h="2616" w="1229">
                  <a:moveTo>
                    <a:pt x="0" y="1"/>
                  </a:moveTo>
                  <a:lnTo>
                    <a:pt x="0" y="2616"/>
                  </a:lnTo>
                  <a:lnTo>
                    <a:pt x="1229" y="2616"/>
                  </a:lnTo>
                  <a:cubicBezTo>
                    <a:pt x="977" y="1355"/>
                    <a:pt x="473" y="379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3"/>
            <p:cNvSpPr/>
            <p:nvPr/>
          </p:nvSpPr>
          <p:spPr>
            <a:xfrm>
              <a:off x="-6500000" y="4143275"/>
              <a:ext cx="30725" cy="64600"/>
            </a:xfrm>
            <a:custGeom>
              <a:rect b="b" l="l" r="r" t="t"/>
              <a:pathLst>
                <a:path extrusionOk="0" h="2584" w="1229">
                  <a:moveTo>
                    <a:pt x="0" y="1"/>
                  </a:moveTo>
                  <a:lnTo>
                    <a:pt x="0" y="2584"/>
                  </a:lnTo>
                  <a:cubicBezTo>
                    <a:pt x="473" y="2237"/>
                    <a:pt x="945" y="126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3"/>
            <p:cNvSpPr/>
            <p:nvPr/>
          </p:nvSpPr>
          <p:spPr>
            <a:xfrm>
              <a:off x="-6689825" y="4141700"/>
              <a:ext cx="149675" cy="141600"/>
            </a:xfrm>
            <a:custGeom>
              <a:rect b="b" l="l" r="r" t="t"/>
              <a:pathLst>
                <a:path extrusionOk="0" h="5664" w="5987">
                  <a:moveTo>
                    <a:pt x="3182" y="1"/>
                  </a:moveTo>
                  <a:cubicBezTo>
                    <a:pt x="3371" y="442"/>
                    <a:pt x="3623" y="851"/>
                    <a:pt x="3938" y="1198"/>
                  </a:cubicBezTo>
                  <a:lnTo>
                    <a:pt x="3088" y="2017"/>
                  </a:lnTo>
                  <a:cubicBezTo>
                    <a:pt x="2946" y="1946"/>
                    <a:pt x="2791" y="1911"/>
                    <a:pt x="2638" y="1911"/>
                  </a:cubicBezTo>
                  <a:cubicBezTo>
                    <a:pt x="2382" y="1911"/>
                    <a:pt x="2131" y="2009"/>
                    <a:pt x="1954" y="2206"/>
                  </a:cubicBezTo>
                  <a:lnTo>
                    <a:pt x="378" y="3907"/>
                  </a:lnTo>
                  <a:cubicBezTo>
                    <a:pt x="0" y="4317"/>
                    <a:pt x="0" y="4978"/>
                    <a:pt x="378" y="5356"/>
                  </a:cubicBezTo>
                  <a:cubicBezTo>
                    <a:pt x="583" y="5561"/>
                    <a:pt x="851" y="5664"/>
                    <a:pt x="1115" y="5664"/>
                  </a:cubicBezTo>
                  <a:cubicBezTo>
                    <a:pt x="1379" y="5664"/>
                    <a:pt x="1639" y="5561"/>
                    <a:pt x="1828" y="5356"/>
                  </a:cubicBezTo>
                  <a:lnTo>
                    <a:pt x="3403" y="3687"/>
                  </a:lnTo>
                  <a:cubicBezTo>
                    <a:pt x="3718" y="3372"/>
                    <a:pt x="3781" y="2899"/>
                    <a:pt x="3623" y="2521"/>
                  </a:cubicBezTo>
                  <a:lnTo>
                    <a:pt x="4443" y="1702"/>
                  </a:lnTo>
                  <a:cubicBezTo>
                    <a:pt x="4821" y="2111"/>
                    <a:pt x="5388" y="2426"/>
                    <a:pt x="5986" y="2584"/>
                  </a:cubicBezTo>
                  <a:cubicBezTo>
                    <a:pt x="5545" y="1954"/>
                    <a:pt x="5230" y="1040"/>
                    <a:pt x="50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3"/>
            <p:cNvSpPr/>
            <p:nvPr/>
          </p:nvSpPr>
          <p:spPr>
            <a:xfrm>
              <a:off x="-6475600" y="4141700"/>
              <a:ext cx="70125" cy="64600"/>
            </a:xfrm>
            <a:custGeom>
              <a:rect b="b" l="l" r="r" t="t"/>
              <a:pathLst>
                <a:path extrusionOk="0" h="2584" w="2805">
                  <a:moveTo>
                    <a:pt x="946" y="1"/>
                  </a:moveTo>
                  <a:cubicBezTo>
                    <a:pt x="757" y="1040"/>
                    <a:pt x="442" y="1954"/>
                    <a:pt x="1" y="2584"/>
                  </a:cubicBezTo>
                  <a:cubicBezTo>
                    <a:pt x="1261" y="2174"/>
                    <a:pt x="2301" y="1229"/>
                    <a:pt x="28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3"/>
            <p:cNvSpPr/>
            <p:nvPr/>
          </p:nvSpPr>
          <p:spPr>
            <a:xfrm>
              <a:off x="-6618950" y="4073975"/>
              <a:ext cx="52025" cy="51200"/>
            </a:xfrm>
            <a:custGeom>
              <a:rect b="b" l="l" r="r" t="t"/>
              <a:pathLst>
                <a:path extrusionOk="0" h="2048" w="2081">
                  <a:moveTo>
                    <a:pt x="95" y="0"/>
                  </a:moveTo>
                  <a:cubicBezTo>
                    <a:pt x="32" y="315"/>
                    <a:pt x="1" y="662"/>
                    <a:pt x="1" y="1040"/>
                  </a:cubicBezTo>
                  <a:cubicBezTo>
                    <a:pt x="1" y="1386"/>
                    <a:pt x="32" y="1733"/>
                    <a:pt x="95" y="2048"/>
                  </a:cubicBezTo>
                  <a:lnTo>
                    <a:pt x="2080" y="2048"/>
                  </a:lnTo>
                  <a:cubicBezTo>
                    <a:pt x="1986" y="1355"/>
                    <a:pt x="1986" y="725"/>
                    <a:pt x="20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3"/>
            <p:cNvSpPr/>
            <p:nvPr/>
          </p:nvSpPr>
          <p:spPr>
            <a:xfrm>
              <a:off x="-6610275" y="3992850"/>
              <a:ext cx="70125" cy="63025"/>
            </a:xfrm>
            <a:custGeom>
              <a:rect b="b" l="l" r="r" t="t"/>
              <a:pathLst>
                <a:path extrusionOk="0" h="2521" w="2805">
                  <a:moveTo>
                    <a:pt x="2804" y="0"/>
                  </a:moveTo>
                  <a:lnTo>
                    <a:pt x="2804" y="0"/>
                  </a:lnTo>
                  <a:cubicBezTo>
                    <a:pt x="1544" y="410"/>
                    <a:pt x="504" y="1355"/>
                    <a:pt x="0" y="2521"/>
                  </a:cubicBezTo>
                  <a:lnTo>
                    <a:pt x="1859" y="2521"/>
                  </a:lnTo>
                  <a:cubicBezTo>
                    <a:pt x="2017" y="1575"/>
                    <a:pt x="2363" y="693"/>
                    <a:pt x="28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3"/>
            <p:cNvSpPr/>
            <p:nvPr/>
          </p:nvSpPr>
          <p:spPr>
            <a:xfrm>
              <a:off x="-6500000" y="4073975"/>
              <a:ext cx="35450" cy="51200"/>
            </a:xfrm>
            <a:custGeom>
              <a:rect b="b" l="l" r="r" t="t"/>
              <a:pathLst>
                <a:path extrusionOk="0" h="2048" w="1418">
                  <a:moveTo>
                    <a:pt x="0" y="0"/>
                  </a:moveTo>
                  <a:lnTo>
                    <a:pt x="0" y="2048"/>
                  </a:lnTo>
                  <a:lnTo>
                    <a:pt x="1292" y="2048"/>
                  </a:lnTo>
                  <a:cubicBezTo>
                    <a:pt x="1418" y="1355"/>
                    <a:pt x="1418" y="725"/>
                    <a:pt x="12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8" name="Google Shape;928;p33"/>
          <p:cNvGrpSpPr/>
          <p:nvPr/>
        </p:nvGrpSpPr>
        <p:grpSpPr>
          <a:xfrm>
            <a:off x="8200750" y="4104426"/>
            <a:ext cx="329172" cy="329174"/>
            <a:chOff x="-4478975" y="3251700"/>
            <a:chExt cx="293825" cy="293800"/>
          </a:xfrm>
        </p:grpSpPr>
        <p:sp>
          <p:nvSpPr>
            <p:cNvPr id="929" name="Google Shape;929;p33"/>
            <p:cNvSpPr/>
            <p:nvPr/>
          </p:nvSpPr>
          <p:spPr>
            <a:xfrm>
              <a:off x="-4375000" y="3365100"/>
              <a:ext cx="85075" cy="110900"/>
            </a:xfrm>
            <a:custGeom>
              <a:rect b="b" l="l" r="r" t="t"/>
              <a:pathLst>
                <a:path extrusionOk="0" h="4436" w="3403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3"/>
            <p:cNvSpPr/>
            <p:nvPr/>
          </p:nvSpPr>
          <p:spPr>
            <a:xfrm>
              <a:off x="-4408875" y="3321800"/>
              <a:ext cx="154400" cy="148875"/>
            </a:xfrm>
            <a:custGeom>
              <a:rect b="b" l="l" r="r" t="t"/>
              <a:pathLst>
                <a:path extrusionOk="0" h="5955" w="6176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3"/>
            <p:cNvSpPr/>
            <p:nvPr/>
          </p:nvSpPr>
          <p:spPr>
            <a:xfrm>
              <a:off x="-4478975" y="3251700"/>
              <a:ext cx="293825" cy="293800"/>
            </a:xfrm>
            <a:custGeom>
              <a:rect b="b" l="l" r="r" t="t"/>
              <a:pathLst>
                <a:path extrusionOk="0" h="11752" w="11753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2" name="Google Shape;932;p33"/>
          <p:cNvSpPr txBox="1"/>
          <p:nvPr>
            <p:ph idx="2" type="subTitle"/>
          </p:nvPr>
        </p:nvSpPr>
        <p:spPr>
          <a:xfrm>
            <a:off x="614075" y="1701850"/>
            <a:ext cx="5544900" cy="2448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…</a:t>
            </a:r>
            <a:endParaRPr sz="1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3" name="Google Shape;933;p33"/>
          <p:cNvSpPr txBox="1"/>
          <p:nvPr/>
        </p:nvSpPr>
        <p:spPr>
          <a:xfrm>
            <a:off x="6426200" y="4433600"/>
            <a:ext cx="25707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* REX : </a:t>
            </a:r>
            <a:r>
              <a:rPr b="1" lang="en" sz="9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Retour d'Expérience </a:t>
            </a:r>
            <a:endParaRPr b="1" sz="900" u="sng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34" name="Google Shape;93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9" name="Google Shape;939;p34"/>
          <p:cNvGrpSpPr/>
          <p:nvPr/>
        </p:nvGrpSpPr>
        <p:grpSpPr>
          <a:xfrm>
            <a:off x="713223" y="368238"/>
            <a:ext cx="7917558" cy="4407033"/>
            <a:chOff x="713223" y="368238"/>
            <a:chExt cx="7917558" cy="4407033"/>
          </a:xfrm>
        </p:grpSpPr>
        <p:sp>
          <p:nvSpPr>
            <p:cNvPr id="940" name="Google Shape;940;p34"/>
            <p:cNvSpPr/>
            <p:nvPr/>
          </p:nvSpPr>
          <p:spPr>
            <a:xfrm rot="10800000">
              <a:off x="2677775" y="368238"/>
              <a:ext cx="5953005" cy="4407033"/>
            </a:xfrm>
            <a:custGeom>
              <a:rect b="b" l="l" r="r" t="t"/>
              <a:pathLst>
                <a:path extrusionOk="0" h="99375" w="130577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 rot="10800000">
              <a:off x="713223" y="2400200"/>
              <a:ext cx="350302" cy="700625"/>
            </a:xfrm>
            <a:custGeom>
              <a:rect b="b" l="l" r="r" t="t"/>
              <a:pathLst>
                <a:path extrusionOk="0" h="4026" w="2013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2" name="Google Shape;942;p34"/>
          <p:cNvSpPr txBox="1"/>
          <p:nvPr>
            <p:ph type="title"/>
          </p:nvPr>
        </p:nvSpPr>
        <p:spPr>
          <a:xfrm>
            <a:off x="2683850" y="2174375"/>
            <a:ext cx="5642400" cy="18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>
                <a:solidFill>
                  <a:schemeClr val="lt1"/>
                </a:solidFill>
              </a:rPr>
              <a:t>Projet</a:t>
            </a:r>
            <a:r>
              <a:rPr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accent1"/>
                </a:solidFill>
              </a:rPr>
              <a:t>professionnel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943" name="Google Shape;943;p34"/>
          <p:cNvGrpSpPr/>
          <p:nvPr/>
        </p:nvGrpSpPr>
        <p:grpSpPr>
          <a:xfrm>
            <a:off x="713230" y="1437717"/>
            <a:ext cx="7113095" cy="3166295"/>
            <a:chOff x="713230" y="1437717"/>
            <a:chExt cx="7113095" cy="3166295"/>
          </a:xfrm>
        </p:grpSpPr>
        <p:grpSp>
          <p:nvGrpSpPr>
            <p:cNvPr id="944" name="Google Shape;944;p34"/>
            <p:cNvGrpSpPr/>
            <p:nvPr/>
          </p:nvGrpSpPr>
          <p:grpSpPr>
            <a:xfrm>
              <a:off x="713230" y="4270541"/>
              <a:ext cx="882533" cy="333471"/>
              <a:chOff x="3551575" y="3215125"/>
              <a:chExt cx="389450" cy="147150"/>
            </a:xfrm>
          </p:grpSpPr>
          <p:sp>
            <p:nvSpPr>
              <p:cNvPr id="945" name="Google Shape;945;p3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34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3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34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3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34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3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34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3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34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3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34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3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34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3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34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3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34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3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34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3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34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7" name="Google Shape;967;p34"/>
            <p:cNvGrpSpPr/>
            <p:nvPr/>
          </p:nvGrpSpPr>
          <p:grpSpPr>
            <a:xfrm>
              <a:off x="7104225" y="1437717"/>
              <a:ext cx="722099" cy="407700"/>
              <a:chOff x="1211425" y="918075"/>
              <a:chExt cx="722099" cy="407700"/>
            </a:xfrm>
          </p:grpSpPr>
          <p:sp>
            <p:nvSpPr>
              <p:cNvPr id="968" name="Google Shape;968;p34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34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34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34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34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34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34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34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34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34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34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34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34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34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34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34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34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34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86" name="Google Shape;986;p34"/>
          <p:cNvGrpSpPr/>
          <p:nvPr/>
        </p:nvGrpSpPr>
        <p:grpSpPr>
          <a:xfrm>
            <a:off x="-2345656" y="-1320018"/>
            <a:ext cx="8780562" cy="9003051"/>
            <a:chOff x="-2345656" y="-1320018"/>
            <a:chExt cx="8780562" cy="9003051"/>
          </a:xfrm>
        </p:grpSpPr>
        <p:grpSp>
          <p:nvGrpSpPr>
            <p:cNvPr id="987" name="Google Shape;987;p34"/>
            <p:cNvGrpSpPr/>
            <p:nvPr/>
          </p:nvGrpSpPr>
          <p:grpSpPr>
            <a:xfrm rot="-4179191">
              <a:off x="1000180" y="-881268"/>
              <a:ext cx="2324987" cy="2229597"/>
              <a:chOff x="5165475" y="-713653"/>
              <a:chExt cx="2324999" cy="2229609"/>
            </a:xfrm>
          </p:grpSpPr>
          <p:sp>
            <p:nvSpPr>
              <p:cNvPr id="988" name="Google Shape;988;p34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34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0" name="Google Shape;990;p34"/>
            <p:cNvGrpSpPr/>
            <p:nvPr/>
          </p:nvGrpSpPr>
          <p:grpSpPr>
            <a:xfrm rot="-1541492">
              <a:off x="2535099" y="3721048"/>
              <a:ext cx="3325047" cy="3409781"/>
              <a:chOff x="7159200" y="2117361"/>
              <a:chExt cx="2271501" cy="2329387"/>
            </a:xfrm>
          </p:grpSpPr>
          <p:sp>
            <p:nvSpPr>
              <p:cNvPr id="991" name="Google Shape;991;p34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34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34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4" name="Google Shape;994;p34"/>
            <p:cNvGrpSpPr/>
            <p:nvPr/>
          </p:nvGrpSpPr>
          <p:grpSpPr>
            <a:xfrm rot="10800000">
              <a:off x="-2345656" y="-1320018"/>
              <a:ext cx="4530594" cy="5076286"/>
              <a:chOff x="4826000" y="4400753"/>
              <a:chExt cx="4530594" cy="5076286"/>
            </a:xfrm>
          </p:grpSpPr>
          <p:sp>
            <p:nvSpPr>
              <p:cNvPr id="995" name="Google Shape;995;p34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34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97" name="Google Shape;997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5"/>
          <p:cNvSpPr txBox="1"/>
          <p:nvPr>
            <p:ph type="title"/>
          </p:nvPr>
        </p:nvSpPr>
        <p:spPr>
          <a:xfrm>
            <a:off x="340925" y="419625"/>
            <a:ext cx="87009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Mon parcours </a:t>
            </a:r>
            <a:r>
              <a:rPr b="1" lang="en"/>
              <a:t>professionnel</a:t>
            </a:r>
            <a:r>
              <a:rPr lang="en"/>
              <a:t> et académique</a:t>
            </a:r>
            <a:endParaRPr b="1">
              <a:solidFill>
                <a:schemeClr val="dk1"/>
              </a:solidFill>
            </a:endParaRPr>
          </a:p>
        </p:txBody>
      </p:sp>
      <p:grpSp>
        <p:nvGrpSpPr>
          <p:cNvPr id="1003" name="Google Shape;1003;p35"/>
          <p:cNvGrpSpPr/>
          <p:nvPr/>
        </p:nvGrpSpPr>
        <p:grpSpPr>
          <a:xfrm>
            <a:off x="2865836" y="2010323"/>
            <a:ext cx="2968656" cy="1892411"/>
            <a:chOff x="3158161" y="1896698"/>
            <a:chExt cx="2968656" cy="1892411"/>
          </a:xfrm>
        </p:grpSpPr>
        <p:sp>
          <p:nvSpPr>
            <p:cNvPr id="1004" name="Google Shape;1004;p35"/>
            <p:cNvSpPr/>
            <p:nvPr/>
          </p:nvSpPr>
          <p:spPr>
            <a:xfrm>
              <a:off x="3158161" y="1896698"/>
              <a:ext cx="2968656" cy="1892411"/>
            </a:xfrm>
            <a:custGeom>
              <a:rect b="b" l="l" r="r" t="t"/>
              <a:pathLst>
                <a:path extrusionOk="0" h="107799" w="169106">
                  <a:moveTo>
                    <a:pt x="146352" y="6287"/>
                  </a:moveTo>
                  <a:cubicBezTo>
                    <a:pt x="146344" y="6288"/>
                    <a:pt x="146335" y="6289"/>
                    <a:pt x="146327" y="6290"/>
                  </a:cubicBezTo>
                  <a:lnTo>
                    <a:pt x="146327" y="6290"/>
                  </a:lnTo>
                  <a:cubicBezTo>
                    <a:pt x="146336" y="6289"/>
                    <a:pt x="146345" y="6287"/>
                    <a:pt x="146352" y="6287"/>
                  </a:cubicBezTo>
                  <a:close/>
                  <a:moveTo>
                    <a:pt x="146287" y="6298"/>
                  </a:moveTo>
                  <a:lnTo>
                    <a:pt x="146287" y="6298"/>
                  </a:lnTo>
                  <a:cubicBezTo>
                    <a:pt x="146281" y="6299"/>
                    <a:pt x="146275" y="6299"/>
                    <a:pt x="146269" y="6299"/>
                  </a:cubicBezTo>
                  <a:cubicBezTo>
                    <a:pt x="146275" y="6299"/>
                    <a:pt x="146281" y="6299"/>
                    <a:pt x="146287" y="6298"/>
                  </a:cubicBezTo>
                  <a:close/>
                  <a:moveTo>
                    <a:pt x="167594" y="0"/>
                  </a:moveTo>
                  <a:cubicBezTo>
                    <a:pt x="167473" y="0"/>
                    <a:pt x="167352" y="19"/>
                    <a:pt x="167236" y="61"/>
                  </a:cubicBezTo>
                  <a:cubicBezTo>
                    <a:pt x="166605" y="275"/>
                    <a:pt x="166009" y="525"/>
                    <a:pt x="165402" y="799"/>
                  </a:cubicBezTo>
                  <a:cubicBezTo>
                    <a:pt x="165382" y="809"/>
                    <a:pt x="165110" y="919"/>
                    <a:pt x="165108" y="919"/>
                  </a:cubicBezTo>
                  <a:cubicBezTo>
                    <a:pt x="165108" y="919"/>
                    <a:pt x="165117" y="915"/>
                    <a:pt x="165140" y="906"/>
                  </a:cubicBezTo>
                  <a:lnTo>
                    <a:pt x="165140" y="906"/>
                  </a:lnTo>
                  <a:cubicBezTo>
                    <a:pt x="165081" y="930"/>
                    <a:pt x="165009" y="954"/>
                    <a:pt x="164950" y="977"/>
                  </a:cubicBezTo>
                  <a:cubicBezTo>
                    <a:pt x="164616" y="1120"/>
                    <a:pt x="164283" y="1251"/>
                    <a:pt x="163938" y="1382"/>
                  </a:cubicBezTo>
                  <a:cubicBezTo>
                    <a:pt x="162866" y="1787"/>
                    <a:pt x="161807" y="2192"/>
                    <a:pt x="160735" y="2608"/>
                  </a:cubicBezTo>
                  <a:cubicBezTo>
                    <a:pt x="158580" y="3466"/>
                    <a:pt x="156365" y="4144"/>
                    <a:pt x="154127" y="4728"/>
                  </a:cubicBezTo>
                  <a:cubicBezTo>
                    <a:pt x="151817" y="5335"/>
                    <a:pt x="149460" y="5811"/>
                    <a:pt x="147102" y="6180"/>
                  </a:cubicBezTo>
                  <a:cubicBezTo>
                    <a:pt x="146840" y="6216"/>
                    <a:pt x="146578" y="6252"/>
                    <a:pt x="146305" y="6287"/>
                  </a:cubicBezTo>
                  <a:cubicBezTo>
                    <a:pt x="146302" y="6290"/>
                    <a:pt x="146299" y="6292"/>
                    <a:pt x="146297" y="6294"/>
                  </a:cubicBezTo>
                  <a:lnTo>
                    <a:pt x="146297" y="6294"/>
                  </a:lnTo>
                  <a:cubicBezTo>
                    <a:pt x="146247" y="6299"/>
                    <a:pt x="146198" y="6306"/>
                    <a:pt x="146150" y="6313"/>
                  </a:cubicBezTo>
                  <a:lnTo>
                    <a:pt x="146150" y="6313"/>
                  </a:lnTo>
                  <a:cubicBezTo>
                    <a:pt x="146003" y="6331"/>
                    <a:pt x="145950" y="6337"/>
                    <a:pt x="145951" y="6337"/>
                  </a:cubicBezTo>
                  <a:cubicBezTo>
                    <a:pt x="145953" y="6337"/>
                    <a:pt x="146045" y="6326"/>
                    <a:pt x="146140" y="6315"/>
                  </a:cubicBezTo>
                  <a:lnTo>
                    <a:pt x="146140" y="6315"/>
                  </a:lnTo>
                  <a:cubicBezTo>
                    <a:pt x="146106" y="6321"/>
                    <a:pt x="146074" y="6327"/>
                    <a:pt x="146043" y="6335"/>
                  </a:cubicBezTo>
                  <a:cubicBezTo>
                    <a:pt x="145400" y="6407"/>
                    <a:pt x="144757" y="6478"/>
                    <a:pt x="144126" y="6549"/>
                  </a:cubicBezTo>
                  <a:cubicBezTo>
                    <a:pt x="142947" y="6668"/>
                    <a:pt x="141768" y="6752"/>
                    <a:pt x="140590" y="6811"/>
                  </a:cubicBezTo>
                  <a:cubicBezTo>
                    <a:pt x="139156" y="6881"/>
                    <a:pt x="137724" y="6913"/>
                    <a:pt x="136292" y="6913"/>
                  </a:cubicBezTo>
                  <a:cubicBezTo>
                    <a:pt x="127241" y="6913"/>
                    <a:pt x="118238" y="5635"/>
                    <a:pt x="109252" y="4597"/>
                  </a:cubicBezTo>
                  <a:cubicBezTo>
                    <a:pt x="103615" y="3952"/>
                    <a:pt x="97918" y="3368"/>
                    <a:pt x="92234" y="3368"/>
                  </a:cubicBezTo>
                  <a:cubicBezTo>
                    <a:pt x="91723" y="3368"/>
                    <a:pt x="91213" y="3373"/>
                    <a:pt x="90702" y="3382"/>
                  </a:cubicBezTo>
                  <a:cubicBezTo>
                    <a:pt x="89405" y="3406"/>
                    <a:pt x="88154" y="4513"/>
                    <a:pt x="88214" y="5871"/>
                  </a:cubicBezTo>
                  <a:cubicBezTo>
                    <a:pt x="88274" y="7264"/>
                    <a:pt x="89309" y="8300"/>
                    <a:pt x="90702" y="8359"/>
                  </a:cubicBezTo>
                  <a:cubicBezTo>
                    <a:pt x="96298" y="8585"/>
                    <a:pt x="101847" y="9109"/>
                    <a:pt x="107395" y="9752"/>
                  </a:cubicBezTo>
                  <a:cubicBezTo>
                    <a:pt x="112955" y="10383"/>
                    <a:pt x="118492" y="11110"/>
                    <a:pt x="124064" y="11598"/>
                  </a:cubicBezTo>
                  <a:cubicBezTo>
                    <a:pt x="127757" y="11922"/>
                    <a:pt x="131464" y="12137"/>
                    <a:pt x="135169" y="12137"/>
                  </a:cubicBezTo>
                  <a:cubicBezTo>
                    <a:pt x="136492" y="12137"/>
                    <a:pt x="137815" y="12110"/>
                    <a:pt x="139137" y="12050"/>
                  </a:cubicBezTo>
                  <a:cubicBezTo>
                    <a:pt x="144102" y="11824"/>
                    <a:pt x="149126" y="11276"/>
                    <a:pt x="153925" y="9990"/>
                  </a:cubicBezTo>
                  <a:cubicBezTo>
                    <a:pt x="156627" y="9264"/>
                    <a:pt x="159247" y="8288"/>
                    <a:pt x="161783" y="7097"/>
                  </a:cubicBezTo>
                  <a:cubicBezTo>
                    <a:pt x="162973" y="6538"/>
                    <a:pt x="164128" y="5918"/>
                    <a:pt x="165200" y="5156"/>
                  </a:cubicBezTo>
                  <a:cubicBezTo>
                    <a:pt x="166379" y="4299"/>
                    <a:pt x="167593" y="3442"/>
                    <a:pt x="168569" y="2370"/>
                  </a:cubicBezTo>
                  <a:cubicBezTo>
                    <a:pt x="168986" y="1918"/>
                    <a:pt x="169105" y="1239"/>
                    <a:pt x="168795" y="692"/>
                  </a:cubicBezTo>
                  <a:cubicBezTo>
                    <a:pt x="168558" y="293"/>
                    <a:pt x="168072" y="0"/>
                    <a:pt x="167594" y="0"/>
                  </a:cubicBezTo>
                  <a:close/>
                  <a:moveTo>
                    <a:pt x="78137" y="20507"/>
                  </a:moveTo>
                  <a:cubicBezTo>
                    <a:pt x="77605" y="20507"/>
                    <a:pt x="77092" y="20733"/>
                    <a:pt x="76736" y="21194"/>
                  </a:cubicBezTo>
                  <a:cubicBezTo>
                    <a:pt x="76153" y="21944"/>
                    <a:pt x="76284" y="22861"/>
                    <a:pt x="76867" y="23552"/>
                  </a:cubicBezTo>
                  <a:cubicBezTo>
                    <a:pt x="77070" y="23790"/>
                    <a:pt x="77260" y="24040"/>
                    <a:pt x="77475" y="24254"/>
                  </a:cubicBezTo>
                  <a:lnTo>
                    <a:pt x="77582" y="24373"/>
                  </a:lnTo>
                  <a:cubicBezTo>
                    <a:pt x="77485" y="24243"/>
                    <a:pt x="77438" y="24177"/>
                    <a:pt x="77440" y="24177"/>
                  </a:cubicBezTo>
                  <a:lnTo>
                    <a:pt x="77440" y="24177"/>
                  </a:lnTo>
                  <a:cubicBezTo>
                    <a:pt x="77442" y="24177"/>
                    <a:pt x="77552" y="24320"/>
                    <a:pt x="77772" y="24611"/>
                  </a:cubicBezTo>
                  <a:cubicBezTo>
                    <a:pt x="77637" y="24450"/>
                    <a:pt x="77595" y="24398"/>
                    <a:pt x="77594" y="24398"/>
                  </a:cubicBezTo>
                  <a:lnTo>
                    <a:pt x="77594" y="24398"/>
                  </a:lnTo>
                  <a:cubicBezTo>
                    <a:pt x="77593" y="24398"/>
                    <a:pt x="77662" y="24486"/>
                    <a:pt x="77689" y="24540"/>
                  </a:cubicBezTo>
                  <a:cubicBezTo>
                    <a:pt x="78046" y="25183"/>
                    <a:pt x="78653" y="25718"/>
                    <a:pt x="79213" y="26195"/>
                  </a:cubicBezTo>
                  <a:cubicBezTo>
                    <a:pt x="80225" y="27076"/>
                    <a:pt x="81356" y="27814"/>
                    <a:pt x="82487" y="28528"/>
                  </a:cubicBezTo>
                  <a:cubicBezTo>
                    <a:pt x="84487" y="29778"/>
                    <a:pt x="86547" y="30921"/>
                    <a:pt x="88619" y="32041"/>
                  </a:cubicBezTo>
                  <a:cubicBezTo>
                    <a:pt x="92738" y="34255"/>
                    <a:pt x="97001" y="36208"/>
                    <a:pt x="101299" y="38041"/>
                  </a:cubicBezTo>
                  <a:cubicBezTo>
                    <a:pt x="105835" y="39994"/>
                    <a:pt x="110443" y="41792"/>
                    <a:pt x="115039" y="43614"/>
                  </a:cubicBezTo>
                  <a:cubicBezTo>
                    <a:pt x="119432" y="45340"/>
                    <a:pt x="123778" y="47185"/>
                    <a:pt x="128219" y="48793"/>
                  </a:cubicBezTo>
                  <a:cubicBezTo>
                    <a:pt x="128362" y="48852"/>
                    <a:pt x="128505" y="48900"/>
                    <a:pt x="128660" y="48959"/>
                  </a:cubicBezTo>
                  <a:cubicBezTo>
                    <a:pt x="128743" y="48983"/>
                    <a:pt x="128838" y="49019"/>
                    <a:pt x="128921" y="49055"/>
                  </a:cubicBezTo>
                  <a:cubicBezTo>
                    <a:pt x="129171" y="49162"/>
                    <a:pt x="129410" y="49269"/>
                    <a:pt x="129648" y="49376"/>
                  </a:cubicBezTo>
                  <a:cubicBezTo>
                    <a:pt x="130267" y="49650"/>
                    <a:pt x="130886" y="49924"/>
                    <a:pt x="131493" y="50210"/>
                  </a:cubicBezTo>
                  <a:cubicBezTo>
                    <a:pt x="132672" y="50745"/>
                    <a:pt x="133874" y="51233"/>
                    <a:pt x="135017" y="51829"/>
                  </a:cubicBezTo>
                  <a:cubicBezTo>
                    <a:pt x="135613" y="52138"/>
                    <a:pt x="136172" y="52531"/>
                    <a:pt x="136732" y="52877"/>
                  </a:cubicBezTo>
                  <a:cubicBezTo>
                    <a:pt x="137303" y="53234"/>
                    <a:pt x="137899" y="53543"/>
                    <a:pt x="138482" y="53877"/>
                  </a:cubicBezTo>
                  <a:cubicBezTo>
                    <a:pt x="139637" y="54555"/>
                    <a:pt x="140792" y="55246"/>
                    <a:pt x="141923" y="55972"/>
                  </a:cubicBezTo>
                  <a:cubicBezTo>
                    <a:pt x="142291" y="56207"/>
                    <a:pt x="142725" y="56317"/>
                    <a:pt x="143163" y="56317"/>
                  </a:cubicBezTo>
                  <a:cubicBezTo>
                    <a:pt x="144058" y="56317"/>
                    <a:pt x="144972" y="55858"/>
                    <a:pt x="145388" y="55067"/>
                  </a:cubicBezTo>
                  <a:cubicBezTo>
                    <a:pt x="146031" y="53841"/>
                    <a:pt x="145697" y="52317"/>
                    <a:pt x="144483" y="51591"/>
                  </a:cubicBezTo>
                  <a:cubicBezTo>
                    <a:pt x="142435" y="50388"/>
                    <a:pt x="140363" y="49198"/>
                    <a:pt x="138185" y="48257"/>
                  </a:cubicBezTo>
                  <a:cubicBezTo>
                    <a:pt x="137089" y="47781"/>
                    <a:pt x="136065" y="47197"/>
                    <a:pt x="135006" y="46650"/>
                  </a:cubicBezTo>
                  <a:cubicBezTo>
                    <a:pt x="133946" y="46102"/>
                    <a:pt x="132862" y="45602"/>
                    <a:pt x="131791" y="45114"/>
                  </a:cubicBezTo>
                  <a:cubicBezTo>
                    <a:pt x="130755" y="44637"/>
                    <a:pt x="129755" y="44102"/>
                    <a:pt x="128719" y="43625"/>
                  </a:cubicBezTo>
                  <a:cubicBezTo>
                    <a:pt x="127636" y="43125"/>
                    <a:pt x="126552" y="42637"/>
                    <a:pt x="125469" y="42161"/>
                  </a:cubicBezTo>
                  <a:cubicBezTo>
                    <a:pt x="123123" y="41125"/>
                    <a:pt x="120718" y="40232"/>
                    <a:pt x="118313" y="39315"/>
                  </a:cubicBezTo>
                  <a:cubicBezTo>
                    <a:pt x="113896" y="37648"/>
                    <a:pt x="109467" y="36005"/>
                    <a:pt x="105073" y="34267"/>
                  </a:cubicBezTo>
                  <a:cubicBezTo>
                    <a:pt x="103966" y="33827"/>
                    <a:pt x="102871" y="33386"/>
                    <a:pt x="101775" y="32922"/>
                  </a:cubicBezTo>
                  <a:cubicBezTo>
                    <a:pt x="101549" y="32826"/>
                    <a:pt x="101323" y="32731"/>
                    <a:pt x="101085" y="32636"/>
                  </a:cubicBezTo>
                  <a:lnTo>
                    <a:pt x="101073" y="32636"/>
                  </a:lnTo>
                  <a:cubicBezTo>
                    <a:pt x="100930" y="32576"/>
                    <a:pt x="100787" y="32517"/>
                    <a:pt x="100644" y="32457"/>
                  </a:cubicBezTo>
                  <a:cubicBezTo>
                    <a:pt x="100085" y="32207"/>
                    <a:pt x="99513" y="31957"/>
                    <a:pt x="98953" y="31707"/>
                  </a:cubicBezTo>
                  <a:cubicBezTo>
                    <a:pt x="96846" y="30755"/>
                    <a:pt x="94762" y="29755"/>
                    <a:pt x="92703" y="28683"/>
                  </a:cubicBezTo>
                  <a:cubicBezTo>
                    <a:pt x="90393" y="27481"/>
                    <a:pt x="88143" y="26159"/>
                    <a:pt x="85952" y="24730"/>
                  </a:cubicBezTo>
                  <a:cubicBezTo>
                    <a:pt x="84845" y="24004"/>
                    <a:pt x="83749" y="23230"/>
                    <a:pt x="82630" y="22504"/>
                  </a:cubicBezTo>
                  <a:cubicBezTo>
                    <a:pt x="81975" y="22087"/>
                    <a:pt x="81225" y="21599"/>
                    <a:pt x="80475" y="21361"/>
                  </a:cubicBezTo>
                  <a:cubicBezTo>
                    <a:pt x="80368" y="21313"/>
                    <a:pt x="80249" y="21277"/>
                    <a:pt x="80130" y="21254"/>
                  </a:cubicBezTo>
                  <a:cubicBezTo>
                    <a:pt x="80083" y="21238"/>
                    <a:pt x="80057" y="21230"/>
                    <a:pt x="80052" y="21230"/>
                  </a:cubicBezTo>
                  <a:cubicBezTo>
                    <a:pt x="80044" y="21230"/>
                    <a:pt x="80080" y="21247"/>
                    <a:pt x="80165" y="21283"/>
                  </a:cubicBezTo>
                  <a:lnTo>
                    <a:pt x="80165" y="21283"/>
                  </a:lnTo>
                  <a:cubicBezTo>
                    <a:pt x="80106" y="21258"/>
                    <a:pt x="80052" y="21237"/>
                    <a:pt x="80007" y="21218"/>
                  </a:cubicBezTo>
                  <a:lnTo>
                    <a:pt x="80007" y="21218"/>
                  </a:lnTo>
                  <a:cubicBezTo>
                    <a:pt x="80008" y="21218"/>
                    <a:pt x="80009" y="21218"/>
                    <a:pt x="80011" y="21218"/>
                  </a:cubicBezTo>
                  <a:cubicBezTo>
                    <a:pt x="79927" y="21182"/>
                    <a:pt x="79856" y="21158"/>
                    <a:pt x="79820" y="21146"/>
                  </a:cubicBezTo>
                  <a:cubicBezTo>
                    <a:pt x="79832" y="21146"/>
                    <a:pt x="79856" y="21158"/>
                    <a:pt x="79868" y="21158"/>
                  </a:cubicBezTo>
                  <a:cubicBezTo>
                    <a:pt x="79834" y="21146"/>
                    <a:pt x="79811" y="21138"/>
                    <a:pt x="79798" y="21133"/>
                  </a:cubicBezTo>
                  <a:lnTo>
                    <a:pt x="79798" y="21133"/>
                  </a:lnTo>
                  <a:cubicBezTo>
                    <a:pt x="79722" y="21089"/>
                    <a:pt x="79648" y="21037"/>
                    <a:pt x="79594" y="21015"/>
                  </a:cubicBezTo>
                  <a:cubicBezTo>
                    <a:pt x="79415" y="20920"/>
                    <a:pt x="79237" y="20825"/>
                    <a:pt x="79046" y="20730"/>
                  </a:cubicBezTo>
                  <a:cubicBezTo>
                    <a:pt x="78755" y="20582"/>
                    <a:pt x="78443" y="20507"/>
                    <a:pt x="78137" y="20507"/>
                  </a:cubicBezTo>
                  <a:close/>
                  <a:moveTo>
                    <a:pt x="52394" y="48713"/>
                  </a:moveTo>
                  <a:cubicBezTo>
                    <a:pt x="51707" y="48713"/>
                    <a:pt x="51019" y="48727"/>
                    <a:pt x="50328" y="48745"/>
                  </a:cubicBezTo>
                  <a:cubicBezTo>
                    <a:pt x="48923" y="48769"/>
                    <a:pt x="47566" y="49960"/>
                    <a:pt x="47637" y="51448"/>
                  </a:cubicBezTo>
                  <a:cubicBezTo>
                    <a:pt x="47697" y="52984"/>
                    <a:pt x="48816" y="54055"/>
                    <a:pt x="50328" y="54139"/>
                  </a:cubicBezTo>
                  <a:cubicBezTo>
                    <a:pt x="51031" y="54186"/>
                    <a:pt x="51721" y="54258"/>
                    <a:pt x="52424" y="54353"/>
                  </a:cubicBezTo>
                  <a:cubicBezTo>
                    <a:pt x="52901" y="54417"/>
                    <a:pt x="53372" y="54482"/>
                    <a:pt x="53846" y="54546"/>
                  </a:cubicBezTo>
                  <a:lnTo>
                    <a:pt x="53846" y="54546"/>
                  </a:lnTo>
                  <a:cubicBezTo>
                    <a:pt x="53730" y="54531"/>
                    <a:pt x="53613" y="54518"/>
                    <a:pt x="53495" y="54508"/>
                  </a:cubicBezTo>
                  <a:lnTo>
                    <a:pt x="53495" y="54508"/>
                  </a:lnTo>
                  <a:cubicBezTo>
                    <a:pt x="56710" y="54936"/>
                    <a:pt x="59901" y="55508"/>
                    <a:pt x="63032" y="56329"/>
                  </a:cubicBezTo>
                  <a:cubicBezTo>
                    <a:pt x="66223" y="57175"/>
                    <a:pt x="69354" y="58234"/>
                    <a:pt x="72438" y="59413"/>
                  </a:cubicBezTo>
                  <a:cubicBezTo>
                    <a:pt x="74081" y="60032"/>
                    <a:pt x="75724" y="60699"/>
                    <a:pt x="77344" y="61378"/>
                  </a:cubicBezTo>
                  <a:cubicBezTo>
                    <a:pt x="84130" y="64259"/>
                    <a:pt x="90762" y="67497"/>
                    <a:pt x="97608" y="70224"/>
                  </a:cubicBezTo>
                  <a:cubicBezTo>
                    <a:pt x="104668" y="73046"/>
                    <a:pt x="111955" y="75272"/>
                    <a:pt x="119539" y="76082"/>
                  </a:cubicBezTo>
                  <a:cubicBezTo>
                    <a:pt x="120937" y="76230"/>
                    <a:pt x="122351" y="76310"/>
                    <a:pt x="123759" y="76310"/>
                  </a:cubicBezTo>
                  <a:cubicBezTo>
                    <a:pt x="124391" y="76310"/>
                    <a:pt x="125021" y="76294"/>
                    <a:pt x="125647" y="76260"/>
                  </a:cubicBezTo>
                  <a:cubicBezTo>
                    <a:pt x="126850" y="76189"/>
                    <a:pt x="128064" y="76010"/>
                    <a:pt x="129243" y="75784"/>
                  </a:cubicBezTo>
                  <a:cubicBezTo>
                    <a:pt x="129743" y="75689"/>
                    <a:pt x="130279" y="75606"/>
                    <a:pt x="130767" y="75439"/>
                  </a:cubicBezTo>
                  <a:cubicBezTo>
                    <a:pt x="131041" y="75332"/>
                    <a:pt x="131315" y="75165"/>
                    <a:pt x="131600" y="75058"/>
                  </a:cubicBezTo>
                  <a:cubicBezTo>
                    <a:pt x="131648" y="75046"/>
                    <a:pt x="131708" y="75034"/>
                    <a:pt x="131743" y="75022"/>
                  </a:cubicBezTo>
                  <a:cubicBezTo>
                    <a:pt x="131910" y="74963"/>
                    <a:pt x="132077" y="74903"/>
                    <a:pt x="132243" y="74832"/>
                  </a:cubicBezTo>
                  <a:cubicBezTo>
                    <a:pt x="133208" y="74474"/>
                    <a:pt x="133863" y="73653"/>
                    <a:pt x="133708" y="72581"/>
                  </a:cubicBezTo>
                  <a:cubicBezTo>
                    <a:pt x="133577" y="71546"/>
                    <a:pt x="132720" y="70831"/>
                    <a:pt x="131696" y="70795"/>
                  </a:cubicBezTo>
                  <a:cubicBezTo>
                    <a:pt x="131541" y="70784"/>
                    <a:pt x="131398" y="70784"/>
                    <a:pt x="131255" y="70772"/>
                  </a:cubicBezTo>
                  <a:cubicBezTo>
                    <a:pt x="131184" y="70772"/>
                    <a:pt x="131033" y="70756"/>
                    <a:pt x="130986" y="70756"/>
                  </a:cubicBezTo>
                  <a:cubicBezTo>
                    <a:pt x="130963" y="70756"/>
                    <a:pt x="130965" y="70760"/>
                    <a:pt x="131017" y="70772"/>
                  </a:cubicBezTo>
                  <a:cubicBezTo>
                    <a:pt x="130695" y="70712"/>
                    <a:pt x="130362" y="70653"/>
                    <a:pt x="130029" y="70629"/>
                  </a:cubicBezTo>
                  <a:cubicBezTo>
                    <a:pt x="129834" y="70616"/>
                    <a:pt x="129638" y="70612"/>
                    <a:pt x="129441" y="70612"/>
                  </a:cubicBezTo>
                  <a:cubicBezTo>
                    <a:pt x="129170" y="70612"/>
                    <a:pt x="128896" y="70619"/>
                    <a:pt x="128622" y="70619"/>
                  </a:cubicBezTo>
                  <a:cubicBezTo>
                    <a:pt x="128535" y="70619"/>
                    <a:pt x="128449" y="70619"/>
                    <a:pt x="128362" y="70617"/>
                  </a:cubicBezTo>
                  <a:cubicBezTo>
                    <a:pt x="127231" y="70593"/>
                    <a:pt x="126088" y="70557"/>
                    <a:pt x="124957" y="70533"/>
                  </a:cubicBezTo>
                  <a:cubicBezTo>
                    <a:pt x="122837" y="70498"/>
                    <a:pt x="120706" y="70307"/>
                    <a:pt x="118599" y="70045"/>
                  </a:cubicBezTo>
                  <a:cubicBezTo>
                    <a:pt x="112717" y="69200"/>
                    <a:pt x="107002" y="67462"/>
                    <a:pt x="101466" y="65342"/>
                  </a:cubicBezTo>
                  <a:cubicBezTo>
                    <a:pt x="99930" y="64759"/>
                    <a:pt x="98406" y="64140"/>
                    <a:pt x="96894" y="63509"/>
                  </a:cubicBezTo>
                  <a:cubicBezTo>
                    <a:pt x="91167" y="61068"/>
                    <a:pt x="85559" y="58365"/>
                    <a:pt x="79832" y="55936"/>
                  </a:cubicBezTo>
                  <a:cubicBezTo>
                    <a:pt x="73855" y="53400"/>
                    <a:pt x="67759" y="51091"/>
                    <a:pt x="61401" y="49745"/>
                  </a:cubicBezTo>
                  <a:cubicBezTo>
                    <a:pt x="59496" y="49352"/>
                    <a:pt x="57567" y="48995"/>
                    <a:pt x="55627" y="48840"/>
                  </a:cubicBezTo>
                  <a:cubicBezTo>
                    <a:pt x="54550" y="48746"/>
                    <a:pt x="53474" y="48713"/>
                    <a:pt x="52394" y="48713"/>
                  </a:cubicBezTo>
                  <a:close/>
                  <a:moveTo>
                    <a:pt x="26694" y="93051"/>
                  </a:moveTo>
                  <a:lnTo>
                    <a:pt x="26694" y="93051"/>
                  </a:lnTo>
                  <a:cubicBezTo>
                    <a:pt x="26652" y="93069"/>
                    <a:pt x="26609" y="93086"/>
                    <a:pt x="26567" y="93104"/>
                  </a:cubicBezTo>
                  <a:lnTo>
                    <a:pt x="26567" y="93104"/>
                  </a:lnTo>
                  <a:cubicBezTo>
                    <a:pt x="26609" y="93087"/>
                    <a:pt x="26652" y="93069"/>
                    <a:pt x="26694" y="93051"/>
                  </a:cubicBezTo>
                  <a:close/>
                  <a:moveTo>
                    <a:pt x="29619" y="64969"/>
                  </a:moveTo>
                  <a:cubicBezTo>
                    <a:pt x="29247" y="64969"/>
                    <a:pt x="28867" y="65115"/>
                    <a:pt x="28611" y="65378"/>
                  </a:cubicBezTo>
                  <a:cubicBezTo>
                    <a:pt x="28147" y="65842"/>
                    <a:pt x="28147" y="66473"/>
                    <a:pt x="28397" y="67045"/>
                  </a:cubicBezTo>
                  <a:cubicBezTo>
                    <a:pt x="29540" y="69700"/>
                    <a:pt x="31207" y="72093"/>
                    <a:pt x="32600" y="74617"/>
                  </a:cubicBezTo>
                  <a:cubicBezTo>
                    <a:pt x="32957" y="75260"/>
                    <a:pt x="33314" y="75879"/>
                    <a:pt x="33636" y="76534"/>
                  </a:cubicBezTo>
                  <a:cubicBezTo>
                    <a:pt x="33779" y="76820"/>
                    <a:pt x="33910" y="77118"/>
                    <a:pt x="34041" y="77415"/>
                  </a:cubicBezTo>
                  <a:cubicBezTo>
                    <a:pt x="34052" y="77427"/>
                    <a:pt x="34064" y="77451"/>
                    <a:pt x="34076" y="77475"/>
                  </a:cubicBezTo>
                  <a:cubicBezTo>
                    <a:pt x="34136" y="77653"/>
                    <a:pt x="34207" y="77832"/>
                    <a:pt x="34267" y="77999"/>
                  </a:cubicBezTo>
                  <a:cubicBezTo>
                    <a:pt x="34695" y="79189"/>
                    <a:pt x="35029" y="80428"/>
                    <a:pt x="35231" y="81678"/>
                  </a:cubicBezTo>
                  <a:cubicBezTo>
                    <a:pt x="35338" y="82714"/>
                    <a:pt x="35350" y="83749"/>
                    <a:pt x="35231" y="84785"/>
                  </a:cubicBezTo>
                  <a:cubicBezTo>
                    <a:pt x="35148" y="85297"/>
                    <a:pt x="35029" y="85809"/>
                    <a:pt x="34862" y="86309"/>
                  </a:cubicBezTo>
                  <a:cubicBezTo>
                    <a:pt x="34814" y="86464"/>
                    <a:pt x="34755" y="86631"/>
                    <a:pt x="34707" y="86785"/>
                  </a:cubicBezTo>
                  <a:cubicBezTo>
                    <a:pt x="34564" y="87047"/>
                    <a:pt x="34445" y="87309"/>
                    <a:pt x="34291" y="87559"/>
                  </a:cubicBezTo>
                  <a:cubicBezTo>
                    <a:pt x="34160" y="87798"/>
                    <a:pt x="34005" y="88024"/>
                    <a:pt x="33850" y="88250"/>
                  </a:cubicBezTo>
                  <a:cubicBezTo>
                    <a:pt x="33802" y="88333"/>
                    <a:pt x="33743" y="88417"/>
                    <a:pt x="33683" y="88488"/>
                  </a:cubicBezTo>
                  <a:cubicBezTo>
                    <a:pt x="33326" y="88917"/>
                    <a:pt x="32957" y="89322"/>
                    <a:pt x="32552" y="89703"/>
                  </a:cubicBezTo>
                  <a:cubicBezTo>
                    <a:pt x="32350" y="89881"/>
                    <a:pt x="32147" y="90060"/>
                    <a:pt x="31945" y="90238"/>
                  </a:cubicBezTo>
                  <a:cubicBezTo>
                    <a:pt x="31933" y="90250"/>
                    <a:pt x="31921" y="90250"/>
                    <a:pt x="31921" y="90250"/>
                  </a:cubicBezTo>
                  <a:cubicBezTo>
                    <a:pt x="31838" y="90310"/>
                    <a:pt x="31766" y="90369"/>
                    <a:pt x="31695" y="90417"/>
                  </a:cubicBezTo>
                  <a:cubicBezTo>
                    <a:pt x="31243" y="90738"/>
                    <a:pt x="30778" y="91036"/>
                    <a:pt x="30302" y="91322"/>
                  </a:cubicBezTo>
                  <a:cubicBezTo>
                    <a:pt x="29349" y="91869"/>
                    <a:pt x="28361" y="92346"/>
                    <a:pt x="27349" y="92786"/>
                  </a:cubicBezTo>
                  <a:cubicBezTo>
                    <a:pt x="27129" y="92872"/>
                    <a:pt x="26912" y="92961"/>
                    <a:pt x="26694" y="93051"/>
                  </a:cubicBezTo>
                  <a:lnTo>
                    <a:pt x="26694" y="93051"/>
                  </a:lnTo>
                  <a:cubicBezTo>
                    <a:pt x="26726" y="93038"/>
                    <a:pt x="26758" y="93025"/>
                    <a:pt x="26790" y="93012"/>
                  </a:cubicBezTo>
                  <a:lnTo>
                    <a:pt x="26790" y="93012"/>
                  </a:lnTo>
                  <a:cubicBezTo>
                    <a:pt x="26654" y="93070"/>
                    <a:pt x="26517" y="93127"/>
                    <a:pt x="26381" y="93183"/>
                  </a:cubicBezTo>
                  <a:lnTo>
                    <a:pt x="26381" y="93183"/>
                  </a:lnTo>
                  <a:cubicBezTo>
                    <a:pt x="26443" y="93157"/>
                    <a:pt x="26505" y="93130"/>
                    <a:pt x="26567" y="93104"/>
                  </a:cubicBezTo>
                  <a:lnTo>
                    <a:pt x="26567" y="93104"/>
                  </a:lnTo>
                  <a:cubicBezTo>
                    <a:pt x="26459" y="93150"/>
                    <a:pt x="26350" y="93195"/>
                    <a:pt x="26242" y="93241"/>
                  </a:cubicBezTo>
                  <a:lnTo>
                    <a:pt x="26242" y="93241"/>
                  </a:lnTo>
                  <a:cubicBezTo>
                    <a:pt x="23591" y="94329"/>
                    <a:pt x="20865" y="95247"/>
                    <a:pt x="18170" y="96227"/>
                  </a:cubicBezTo>
                  <a:cubicBezTo>
                    <a:pt x="14848" y="97430"/>
                    <a:pt x="11538" y="98632"/>
                    <a:pt x="8228" y="99870"/>
                  </a:cubicBezTo>
                  <a:cubicBezTo>
                    <a:pt x="6371" y="100565"/>
                    <a:pt x="4544" y="101310"/>
                    <a:pt x="2720" y="102086"/>
                  </a:cubicBezTo>
                  <a:lnTo>
                    <a:pt x="2720" y="102086"/>
                  </a:lnTo>
                  <a:cubicBezTo>
                    <a:pt x="2532" y="102161"/>
                    <a:pt x="2346" y="102236"/>
                    <a:pt x="2168" y="102311"/>
                  </a:cubicBezTo>
                  <a:cubicBezTo>
                    <a:pt x="1465" y="102597"/>
                    <a:pt x="894" y="102918"/>
                    <a:pt x="501" y="103597"/>
                  </a:cubicBezTo>
                  <a:cubicBezTo>
                    <a:pt x="143" y="104192"/>
                    <a:pt x="1" y="105073"/>
                    <a:pt x="215" y="105740"/>
                  </a:cubicBezTo>
                  <a:cubicBezTo>
                    <a:pt x="591" y="106889"/>
                    <a:pt x="1684" y="107798"/>
                    <a:pt x="2897" y="107798"/>
                  </a:cubicBezTo>
                  <a:cubicBezTo>
                    <a:pt x="3143" y="107798"/>
                    <a:pt x="3393" y="107761"/>
                    <a:pt x="3644" y="107681"/>
                  </a:cubicBezTo>
                  <a:cubicBezTo>
                    <a:pt x="4811" y="107300"/>
                    <a:pt x="5989" y="106967"/>
                    <a:pt x="7156" y="106597"/>
                  </a:cubicBezTo>
                  <a:cubicBezTo>
                    <a:pt x="8323" y="106216"/>
                    <a:pt x="9466" y="105776"/>
                    <a:pt x="10621" y="105371"/>
                  </a:cubicBezTo>
                  <a:cubicBezTo>
                    <a:pt x="12883" y="104561"/>
                    <a:pt x="15122" y="103740"/>
                    <a:pt x="17372" y="102918"/>
                  </a:cubicBezTo>
                  <a:cubicBezTo>
                    <a:pt x="19646" y="102073"/>
                    <a:pt x="21932" y="101240"/>
                    <a:pt x="24206" y="100406"/>
                  </a:cubicBezTo>
                  <a:cubicBezTo>
                    <a:pt x="26159" y="99692"/>
                    <a:pt x="28135" y="98989"/>
                    <a:pt x="30004" y="98073"/>
                  </a:cubicBezTo>
                  <a:cubicBezTo>
                    <a:pt x="33481" y="96358"/>
                    <a:pt x="36874" y="93965"/>
                    <a:pt x="38827" y="90524"/>
                  </a:cubicBezTo>
                  <a:cubicBezTo>
                    <a:pt x="39982" y="88476"/>
                    <a:pt x="40601" y="86202"/>
                    <a:pt x="40744" y="83857"/>
                  </a:cubicBezTo>
                  <a:cubicBezTo>
                    <a:pt x="40875" y="81654"/>
                    <a:pt x="40553" y="79296"/>
                    <a:pt x="39803" y="77225"/>
                  </a:cubicBezTo>
                  <a:cubicBezTo>
                    <a:pt x="38041" y="72308"/>
                    <a:pt x="34672" y="67997"/>
                    <a:pt x="30278" y="65152"/>
                  </a:cubicBezTo>
                  <a:cubicBezTo>
                    <a:pt x="30085" y="65027"/>
                    <a:pt x="29853" y="64969"/>
                    <a:pt x="29619" y="64969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5"/>
            <p:cNvSpPr/>
            <p:nvPr/>
          </p:nvSpPr>
          <p:spPr>
            <a:xfrm>
              <a:off x="3187213" y="3062871"/>
              <a:ext cx="674305" cy="700936"/>
            </a:xfrm>
            <a:custGeom>
              <a:rect b="b" l="l" r="r" t="t"/>
              <a:pathLst>
                <a:path extrusionOk="0" h="39928" w="38411">
                  <a:moveTo>
                    <a:pt x="28811" y="1"/>
                  </a:moveTo>
                  <a:cubicBezTo>
                    <a:pt x="28510" y="1"/>
                    <a:pt x="28192" y="334"/>
                    <a:pt x="28373" y="695"/>
                  </a:cubicBezTo>
                  <a:cubicBezTo>
                    <a:pt x="30445" y="4791"/>
                    <a:pt x="34267" y="7780"/>
                    <a:pt x="36005" y="12078"/>
                  </a:cubicBezTo>
                  <a:cubicBezTo>
                    <a:pt x="37505" y="15792"/>
                    <a:pt x="36934" y="20150"/>
                    <a:pt x="34636" y="23424"/>
                  </a:cubicBezTo>
                  <a:cubicBezTo>
                    <a:pt x="34148" y="24115"/>
                    <a:pt x="33576" y="24770"/>
                    <a:pt x="32921" y="25329"/>
                  </a:cubicBezTo>
                  <a:cubicBezTo>
                    <a:pt x="32838" y="25401"/>
                    <a:pt x="32743" y="25484"/>
                    <a:pt x="32647" y="25556"/>
                  </a:cubicBezTo>
                  <a:cubicBezTo>
                    <a:pt x="32629" y="25574"/>
                    <a:pt x="32532" y="25649"/>
                    <a:pt x="32528" y="25649"/>
                  </a:cubicBezTo>
                  <a:cubicBezTo>
                    <a:pt x="32527" y="25649"/>
                    <a:pt x="32533" y="25643"/>
                    <a:pt x="32552" y="25627"/>
                  </a:cubicBezTo>
                  <a:lnTo>
                    <a:pt x="32552" y="25627"/>
                  </a:lnTo>
                  <a:cubicBezTo>
                    <a:pt x="32493" y="25675"/>
                    <a:pt x="32421" y="25734"/>
                    <a:pt x="32362" y="25782"/>
                  </a:cubicBezTo>
                  <a:cubicBezTo>
                    <a:pt x="32124" y="25960"/>
                    <a:pt x="31874" y="26127"/>
                    <a:pt x="31612" y="26294"/>
                  </a:cubicBezTo>
                  <a:cubicBezTo>
                    <a:pt x="30361" y="27115"/>
                    <a:pt x="29016" y="27818"/>
                    <a:pt x="27671" y="28484"/>
                  </a:cubicBezTo>
                  <a:cubicBezTo>
                    <a:pt x="23944" y="30306"/>
                    <a:pt x="20051" y="31830"/>
                    <a:pt x="16169" y="33318"/>
                  </a:cubicBezTo>
                  <a:cubicBezTo>
                    <a:pt x="11538" y="35092"/>
                    <a:pt x="6859" y="36759"/>
                    <a:pt x="2167" y="38414"/>
                  </a:cubicBezTo>
                  <a:cubicBezTo>
                    <a:pt x="1560" y="38629"/>
                    <a:pt x="965" y="38843"/>
                    <a:pt x="370" y="39069"/>
                  </a:cubicBezTo>
                  <a:cubicBezTo>
                    <a:pt x="155" y="39152"/>
                    <a:pt x="1" y="39367"/>
                    <a:pt x="72" y="39605"/>
                  </a:cubicBezTo>
                  <a:cubicBezTo>
                    <a:pt x="122" y="39796"/>
                    <a:pt x="309" y="39928"/>
                    <a:pt x="502" y="39928"/>
                  </a:cubicBezTo>
                  <a:cubicBezTo>
                    <a:pt x="537" y="39928"/>
                    <a:pt x="573" y="39924"/>
                    <a:pt x="608" y="39914"/>
                  </a:cubicBezTo>
                  <a:cubicBezTo>
                    <a:pt x="1846" y="39522"/>
                    <a:pt x="3072" y="39069"/>
                    <a:pt x="4299" y="38640"/>
                  </a:cubicBezTo>
                  <a:cubicBezTo>
                    <a:pt x="5501" y="38224"/>
                    <a:pt x="6704" y="37795"/>
                    <a:pt x="7906" y="37366"/>
                  </a:cubicBezTo>
                  <a:cubicBezTo>
                    <a:pt x="10288" y="36521"/>
                    <a:pt x="12669" y="35664"/>
                    <a:pt x="15026" y="34783"/>
                  </a:cubicBezTo>
                  <a:cubicBezTo>
                    <a:pt x="19146" y="33247"/>
                    <a:pt x="23242" y="31640"/>
                    <a:pt x="27206" y="29758"/>
                  </a:cubicBezTo>
                  <a:cubicBezTo>
                    <a:pt x="28671" y="29068"/>
                    <a:pt x="30123" y="28330"/>
                    <a:pt x="31493" y="27484"/>
                  </a:cubicBezTo>
                  <a:cubicBezTo>
                    <a:pt x="32647" y="26770"/>
                    <a:pt x="33731" y="25972"/>
                    <a:pt x="34612" y="24948"/>
                  </a:cubicBezTo>
                  <a:cubicBezTo>
                    <a:pt x="37327" y="21817"/>
                    <a:pt x="38410" y="17340"/>
                    <a:pt x="37362" y="13316"/>
                  </a:cubicBezTo>
                  <a:cubicBezTo>
                    <a:pt x="36196" y="8792"/>
                    <a:pt x="32493" y="5684"/>
                    <a:pt x="30088" y="1862"/>
                  </a:cubicBezTo>
                  <a:cubicBezTo>
                    <a:pt x="29754" y="1338"/>
                    <a:pt x="29445" y="791"/>
                    <a:pt x="29159" y="231"/>
                  </a:cubicBezTo>
                  <a:cubicBezTo>
                    <a:pt x="29078" y="68"/>
                    <a:pt x="28946" y="1"/>
                    <a:pt x="288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5"/>
            <p:cNvSpPr/>
            <p:nvPr/>
          </p:nvSpPr>
          <p:spPr>
            <a:xfrm>
              <a:off x="4000035" y="2787886"/>
              <a:ext cx="1475638" cy="412507"/>
            </a:xfrm>
            <a:custGeom>
              <a:rect b="b" l="l" r="r" t="t"/>
              <a:pathLst>
                <a:path extrusionOk="0" h="23498" w="84058">
                  <a:moveTo>
                    <a:pt x="716" y="1"/>
                  </a:moveTo>
                  <a:cubicBezTo>
                    <a:pt x="0" y="1"/>
                    <a:pt x="7" y="1132"/>
                    <a:pt x="738" y="1156"/>
                  </a:cubicBezTo>
                  <a:cubicBezTo>
                    <a:pt x="6429" y="1287"/>
                    <a:pt x="12073" y="2490"/>
                    <a:pt x="17514" y="4109"/>
                  </a:cubicBezTo>
                  <a:cubicBezTo>
                    <a:pt x="22824" y="5680"/>
                    <a:pt x="27992" y="7704"/>
                    <a:pt x="33087" y="9836"/>
                  </a:cubicBezTo>
                  <a:cubicBezTo>
                    <a:pt x="38255" y="11991"/>
                    <a:pt x="43363" y="14265"/>
                    <a:pt x="48566" y="16325"/>
                  </a:cubicBezTo>
                  <a:cubicBezTo>
                    <a:pt x="53816" y="18408"/>
                    <a:pt x="59162" y="20277"/>
                    <a:pt x="64663" y="21599"/>
                  </a:cubicBezTo>
                  <a:cubicBezTo>
                    <a:pt x="69552" y="22773"/>
                    <a:pt x="74565" y="23498"/>
                    <a:pt x="79600" y="23498"/>
                  </a:cubicBezTo>
                  <a:cubicBezTo>
                    <a:pt x="80181" y="23498"/>
                    <a:pt x="80762" y="23488"/>
                    <a:pt x="81343" y="23468"/>
                  </a:cubicBezTo>
                  <a:cubicBezTo>
                    <a:pt x="82034" y="23445"/>
                    <a:pt x="82725" y="23409"/>
                    <a:pt x="83415" y="23361"/>
                  </a:cubicBezTo>
                  <a:cubicBezTo>
                    <a:pt x="84043" y="23315"/>
                    <a:pt x="84058" y="22359"/>
                    <a:pt x="83459" y="22359"/>
                  </a:cubicBezTo>
                  <a:cubicBezTo>
                    <a:pt x="83445" y="22359"/>
                    <a:pt x="83430" y="22360"/>
                    <a:pt x="83415" y="22361"/>
                  </a:cubicBezTo>
                  <a:cubicBezTo>
                    <a:pt x="82180" y="22453"/>
                    <a:pt x="80943" y="22497"/>
                    <a:pt x="79708" y="22497"/>
                  </a:cubicBezTo>
                  <a:cubicBezTo>
                    <a:pt x="75325" y="22497"/>
                    <a:pt x="70954" y="21944"/>
                    <a:pt x="66663" y="21016"/>
                  </a:cubicBezTo>
                  <a:cubicBezTo>
                    <a:pt x="61150" y="19813"/>
                    <a:pt x="55769" y="18015"/>
                    <a:pt x="50506" y="15967"/>
                  </a:cubicBezTo>
                  <a:cubicBezTo>
                    <a:pt x="45279" y="13943"/>
                    <a:pt x="40148" y="11657"/>
                    <a:pt x="34992" y="9467"/>
                  </a:cubicBezTo>
                  <a:cubicBezTo>
                    <a:pt x="29897" y="7312"/>
                    <a:pt x="24765" y="5228"/>
                    <a:pt x="19479" y="3549"/>
                  </a:cubicBezTo>
                  <a:cubicBezTo>
                    <a:pt x="14109" y="1847"/>
                    <a:pt x="8549" y="525"/>
                    <a:pt x="2917" y="108"/>
                  </a:cubicBezTo>
                  <a:cubicBezTo>
                    <a:pt x="2191" y="61"/>
                    <a:pt x="1464" y="25"/>
                    <a:pt x="738" y="1"/>
                  </a:cubicBezTo>
                  <a:cubicBezTo>
                    <a:pt x="731" y="1"/>
                    <a:pt x="723" y="1"/>
                    <a:pt x="7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5"/>
            <p:cNvSpPr/>
            <p:nvPr/>
          </p:nvSpPr>
          <p:spPr>
            <a:xfrm>
              <a:off x="4516544" y="2285083"/>
              <a:ext cx="1170111" cy="577998"/>
            </a:xfrm>
            <a:custGeom>
              <a:rect b="b" l="l" r="r" t="t"/>
              <a:pathLst>
                <a:path extrusionOk="0" h="32925" w="66654">
                  <a:moveTo>
                    <a:pt x="798" y="1"/>
                  </a:moveTo>
                  <a:cubicBezTo>
                    <a:pt x="372" y="1"/>
                    <a:pt x="1" y="537"/>
                    <a:pt x="401" y="891"/>
                  </a:cubicBezTo>
                  <a:cubicBezTo>
                    <a:pt x="3913" y="3974"/>
                    <a:pt x="7807" y="6606"/>
                    <a:pt x="11903" y="8844"/>
                  </a:cubicBezTo>
                  <a:cubicBezTo>
                    <a:pt x="15998" y="11094"/>
                    <a:pt x="20296" y="12976"/>
                    <a:pt x="24654" y="14678"/>
                  </a:cubicBezTo>
                  <a:cubicBezTo>
                    <a:pt x="29059" y="16405"/>
                    <a:pt x="33536" y="17952"/>
                    <a:pt x="38001" y="19524"/>
                  </a:cubicBezTo>
                  <a:cubicBezTo>
                    <a:pt x="42478" y="21108"/>
                    <a:pt x="46943" y="22703"/>
                    <a:pt x="51324" y="24537"/>
                  </a:cubicBezTo>
                  <a:cubicBezTo>
                    <a:pt x="53503" y="25441"/>
                    <a:pt x="55646" y="26406"/>
                    <a:pt x="57765" y="27454"/>
                  </a:cubicBezTo>
                  <a:cubicBezTo>
                    <a:pt x="60004" y="28561"/>
                    <a:pt x="62230" y="29787"/>
                    <a:pt x="64135" y="31430"/>
                  </a:cubicBezTo>
                  <a:cubicBezTo>
                    <a:pt x="64612" y="31847"/>
                    <a:pt x="65064" y="32287"/>
                    <a:pt x="65493" y="32752"/>
                  </a:cubicBezTo>
                  <a:cubicBezTo>
                    <a:pt x="65609" y="32874"/>
                    <a:pt x="65740" y="32925"/>
                    <a:pt x="65866" y="32925"/>
                  </a:cubicBezTo>
                  <a:cubicBezTo>
                    <a:pt x="66284" y="32925"/>
                    <a:pt x="66653" y="32368"/>
                    <a:pt x="66278" y="31966"/>
                  </a:cubicBezTo>
                  <a:cubicBezTo>
                    <a:pt x="64552" y="30097"/>
                    <a:pt x="62409" y="28656"/>
                    <a:pt x="60182" y="27442"/>
                  </a:cubicBezTo>
                  <a:cubicBezTo>
                    <a:pt x="58051" y="26275"/>
                    <a:pt x="55849" y="25263"/>
                    <a:pt x="53634" y="24298"/>
                  </a:cubicBezTo>
                  <a:cubicBezTo>
                    <a:pt x="49276" y="22405"/>
                    <a:pt x="44811" y="20762"/>
                    <a:pt x="40335" y="19179"/>
                  </a:cubicBezTo>
                  <a:cubicBezTo>
                    <a:pt x="35870" y="17607"/>
                    <a:pt x="31369" y="16083"/>
                    <a:pt x="26940" y="14404"/>
                  </a:cubicBezTo>
                  <a:cubicBezTo>
                    <a:pt x="22571" y="12761"/>
                    <a:pt x="18260" y="10975"/>
                    <a:pt x="14105" y="8832"/>
                  </a:cubicBezTo>
                  <a:cubicBezTo>
                    <a:pt x="9998" y="6713"/>
                    <a:pt x="6057" y="4248"/>
                    <a:pt x="2497" y="1284"/>
                  </a:cubicBezTo>
                  <a:cubicBezTo>
                    <a:pt x="2044" y="915"/>
                    <a:pt x="1592" y="534"/>
                    <a:pt x="1151" y="141"/>
                  </a:cubicBezTo>
                  <a:cubicBezTo>
                    <a:pt x="1040" y="42"/>
                    <a:pt x="917" y="1"/>
                    <a:pt x="7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5"/>
            <p:cNvSpPr/>
            <p:nvPr/>
          </p:nvSpPr>
          <p:spPr>
            <a:xfrm>
              <a:off x="4710218" y="1941426"/>
              <a:ext cx="1359196" cy="124640"/>
            </a:xfrm>
            <a:custGeom>
              <a:rect b="b" l="l" r="r" t="t"/>
              <a:pathLst>
                <a:path extrusionOk="0" h="7100" w="77425">
                  <a:moveTo>
                    <a:pt x="76869" y="0"/>
                  </a:moveTo>
                  <a:cubicBezTo>
                    <a:pt x="76811" y="0"/>
                    <a:pt x="76750" y="15"/>
                    <a:pt x="76689" y="49"/>
                  </a:cubicBezTo>
                  <a:cubicBezTo>
                    <a:pt x="72569" y="2299"/>
                    <a:pt x="68116" y="3835"/>
                    <a:pt x="63520" y="4787"/>
                  </a:cubicBezTo>
                  <a:cubicBezTo>
                    <a:pt x="58913" y="5752"/>
                    <a:pt x="54198" y="6121"/>
                    <a:pt x="49495" y="6145"/>
                  </a:cubicBezTo>
                  <a:cubicBezTo>
                    <a:pt x="49345" y="6145"/>
                    <a:pt x="49195" y="6146"/>
                    <a:pt x="49045" y="6146"/>
                  </a:cubicBezTo>
                  <a:cubicBezTo>
                    <a:pt x="44303" y="6146"/>
                    <a:pt x="39583" y="5784"/>
                    <a:pt x="34874" y="5287"/>
                  </a:cubicBezTo>
                  <a:cubicBezTo>
                    <a:pt x="29492" y="4716"/>
                    <a:pt x="24134" y="3990"/>
                    <a:pt x="18753" y="3442"/>
                  </a:cubicBezTo>
                  <a:cubicBezTo>
                    <a:pt x="14261" y="2990"/>
                    <a:pt x="9744" y="2656"/>
                    <a:pt x="5216" y="2656"/>
                  </a:cubicBezTo>
                  <a:cubicBezTo>
                    <a:pt x="4378" y="2656"/>
                    <a:pt x="3541" y="2668"/>
                    <a:pt x="2703" y="2692"/>
                  </a:cubicBezTo>
                  <a:cubicBezTo>
                    <a:pt x="2036" y="2716"/>
                    <a:pt x="1358" y="2739"/>
                    <a:pt x="691" y="2787"/>
                  </a:cubicBezTo>
                  <a:cubicBezTo>
                    <a:pt x="12" y="2834"/>
                    <a:pt x="1" y="3859"/>
                    <a:pt x="657" y="3859"/>
                  </a:cubicBezTo>
                  <a:cubicBezTo>
                    <a:pt x="668" y="3859"/>
                    <a:pt x="680" y="3859"/>
                    <a:pt x="691" y="3859"/>
                  </a:cubicBezTo>
                  <a:cubicBezTo>
                    <a:pt x="2240" y="3787"/>
                    <a:pt x="3788" y="3754"/>
                    <a:pt x="5334" y="3754"/>
                  </a:cubicBezTo>
                  <a:cubicBezTo>
                    <a:pt x="9194" y="3754"/>
                    <a:pt x="13044" y="3962"/>
                    <a:pt x="16895" y="4311"/>
                  </a:cubicBezTo>
                  <a:cubicBezTo>
                    <a:pt x="22301" y="4799"/>
                    <a:pt x="27682" y="5514"/>
                    <a:pt x="33088" y="6097"/>
                  </a:cubicBezTo>
                  <a:cubicBezTo>
                    <a:pt x="38053" y="6633"/>
                    <a:pt x="43030" y="7061"/>
                    <a:pt x="48042" y="7097"/>
                  </a:cubicBezTo>
                  <a:cubicBezTo>
                    <a:pt x="48284" y="7099"/>
                    <a:pt x="48526" y="7100"/>
                    <a:pt x="48768" y="7100"/>
                  </a:cubicBezTo>
                  <a:cubicBezTo>
                    <a:pt x="53278" y="7100"/>
                    <a:pt x="57794" y="6780"/>
                    <a:pt x="62234" y="5966"/>
                  </a:cubicBezTo>
                  <a:cubicBezTo>
                    <a:pt x="66830" y="5121"/>
                    <a:pt x="71366" y="3704"/>
                    <a:pt x="75522" y="1537"/>
                  </a:cubicBezTo>
                  <a:cubicBezTo>
                    <a:pt x="76046" y="1263"/>
                    <a:pt x="76558" y="977"/>
                    <a:pt x="77070" y="691"/>
                  </a:cubicBezTo>
                  <a:cubicBezTo>
                    <a:pt x="77425" y="489"/>
                    <a:pt x="77201" y="0"/>
                    <a:pt x="7686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9" name="Google Shape;1009;p35"/>
          <p:cNvGrpSpPr/>
          <p:nvPr/>
        </p:nvGrpSpPr>
        <p:grpSpPr>
          <a:xfrm>
            <a:off x="6929548" y="2676657"/>
            <a:ext cx="808689" cy="490048"/>
            <a:chOff x="5893798" y="2345382"/>
            <a:chExt cx="808689" cy="490048"/>
          </a:xfrm>
        </p:grpSpPr>
        <p:sp>
          <p:nvSpPr>
            <p:cNvPr id="1010" name="Google Shape;1010;p35"/>
            <p:cNvSpPr/>
            <p:nvPr/>
          </p:nvSpPr>
          <p:spPr>
            <a:xfrm>
              <a:off x="5908017" y="2582029"/>
              <a:ext cx="766469" cy="251862"/>
            </a:xfrm>
            <a:custGeom>
              <a:rect b="b" l="l" r="r" t="t"/>
              <a:pathLst>
                <a:path extrusionOk="0" h="14347" w="43661">
                  <a:moveTo>
                    <a:pt x="0" y="1"/>
                  </a:moveTo>
                  <a:lnTo>
                    <a:pt x="0" y="1"/>
                  </a:lnTo>
                  <a:cubicBezTo>
                    <a:pt x="12" y="1132"/>
                    <a:pt x="357" y="2263"/>
                    <a:pt x="1036" y="3179"/>
                  </a:cubicBezTo>
                  <a:cubicBezTo>
                    <a:pt x="2082" y="4612"/>
                    <a:pt x="3864" y="5432"/>
                    <a:pt x="5632" y="5432"/>
                  </a:cubicBezTo>
                  <a:cubicBezTo>
                    <a:pt x="6319" y="5432"/>
                    <a:pt x="7004" y="5309"/>
                    <a:pt x="7644" y="5049"/>
                  </a:cubicBezTo>
                  <a:lnTo>
                    <a:pt x="7644" y="5049"/>
                  </a:lnTo>
                  <a:cubicBezTo>
                    <a:pt x="7406" y="8918"/>
                    <a:pt x="9763" y="12990"/>
                    <a:pt x="13466" y="14097"/>
                  </a:cubicBezTo>
                  <a:cubicBezTo>
                    <a:pt x="14040" y="14267"/>
                    <a:pt x="14635" y="14347"/>
                    <a:pt x="15230" y="14347"/>
                  </a:cubicBezTo>
                  <a:cubicBezTo>
                    <a:pt x="18489" y="14347"/>
                    <a:pt x="21787" y="11953"/>
                    <a:pt x="22039" y="8692"/>
                  </a:cubicBezTo>
                  <a:cubicBezTo>
                    <a:pt x="23360" y="10919"/>
                    <a:pt x="25575" y="12693"/>
                    <a:pt x="28123" y="13193"/>
                  </a:cubicBezTo>
                  <a:cubicBezTo>
                    <a:pt x="28597" y="13287"/>
                    <a:pt x="29081" y="13334"/>
                    <a:pt x="29565" y="13334"/>
                  </a:cubicBezTo>
                  <a:cubicBezTo>
                    <a:pt x="31694" y="13334"/>
                    <a:pt x="33824" y="12432"/>
                    <a:pt x="35124" y="10764"/>
                  </a:cubicBezTo>
                  <a:cubicBezTo>
                    <a:pt x="36850" y="8549"/>
                    <a:pt x="36600" y="5727"/>
                    <a:pt x="35124" y="3525"/>
                  </a:cubicBezTo>
                  <a:lnTo>
                    <a:pt x="35124" y="3525"/>
                  </a:lnTo>
                  <a:cubicBezTo>
                    <a:pt x="36605" y="3729"/>
                    <a:pt x="38036" y="4362"/>
                    <a:pt x="39497" y="4362"/>
                  </a:cubicBezTo>
                  <a:cubicBezTo>
                    <a:pt x="40162" y="4362"/>
                    <a:pt x="40833" y="4231"/>
                    <a:pt x="41517" y="3870"/>
                  </a:cubicBezTo>
                  <a:cubicBezTo>
                    <a:pt x="42505" y="3346"/>
                    <a:pt x="43220" y="2417"/>
                    <a:pt x="43660" y="1382"/>
                  </a:cubicBezTo>
                  <a:lnTo>
                    <a:pt x="43660" y="1382"/>
                  </a:lnTo>
                  <a:cubicBezTo>
                    <a:pt x="42708" y="1632"/>
                    <a:pt x="41732" y="1822"/>
                    <a:pt x="40731" y="1906"/>
                  </a:cubicBezTo>
                  <a:cubicBezTo>
                    <a:pt x="40256" y="1951"/>
                    <a:pt x="39777" y="1975"/>
                    <a:pt x="39298" y="1975"/>
                  </a:cubicBezTo>
                  <a:cubicBezTo>
                    <a:pt x="36908" y="1975"/>
                    <a:pt x="34511" y="1391"/>
                    <a:pt x="32528" y="72"/>
                  </a:cubicBezTo>
                  <a:lnTo>
                    <a:pt x="32528" y="72"/>
                  </a:lnTo>
                  <a:cubicBezTo>
                    <a:pt x="32730" y="1965"/>
                    <a:pt x="32409" y="3918"/>
                    <a:pt x="31635" y="5644"/>
                  </a:cubicBezTo>
                  <a:cubicBezTo>
                    <a:pt x="31052" y="6930"/>
                    <a:pt x="30123" y="8180"/>
                    <a:pt x="28766" y="8561"/>
                  </a:cubicBezTo>
                  <a:cubicBezTo>
                    <a:pt x="28487" y="8639"/>
                    <a:pt x="28202" y="8675"/>
                    <a:pt x="27918" y="8675"/>
                  </a:cubicBezTo>
                  <a:cubicBezTo>
                    <a:pt x="26808" y="8675"/>
                    <a:pt x="25697" y="8124"/>
                    <a:pt x="24872" y="7347"/>
                  </a:cubicBezTo>
                  <a:cubicBezTo>
                    <a:pt x="23836" y="6370"/>
                    <a:pt x="23170" y="5073"/>
                    <a:pt x="22527" y="3811"/>
                  </a:cubicBezTo>
                  <a:cubicBezTo>
                    <a:pt x="22205" y="5418"/>
                    <a:pt x="21848" y="7097"/>
                    <a:pt x="20800" y="8359"/>
                  </a:cubicBezTo>
                  <a:cubicBezTo>
                    <a:pt x="20091" y="9231"/>
                    <a:pt x="18951" y="9825"/>
                    <a:pt x="17863" y="9825"/>
                  </a:cubicBezTo>
                  <a:cubicBezTo>
                    <a:pt x="17363" y="9825"/>
                    <a:pt x="16874" y="9700"/>
                    <a:pt x="16443" y="9418"/>
                  </a:cubicBezTo>
                  <a:cubicBezTo>
                    <a:pt x="15323" y="8692"/>
                    <a:pt x="14954" y="7228"/>
                    <a:pt x="14931" y="5894"/>
                  </a:cubicBezTo>
                  <a:cubicBezTo>
                    <a:pt x="14907" y="4561"/>
                    <a:pt x="15121" y="3203"/>
                    <a:pt x="14788" y="1917"/>
                  </a:cubicBezTo>
                  <a:cubicBezTo>
                    <a:pt x="12806" y="2861"/>
                    <a:pt x="10614" y="3336"/>
                    <a:pt x="8424" y="3336"/>
                  </a:cubicBezTo>
                  <a:cubicBezTo>
                    <a:pt x="6443" y="3336"/>
                    <a:pt x="4464" y="2948"/>
                    <a:pt x="2643" y="2167"/>
                  </a:cubicBezTo>
                  <a:cubicBezTo>
                    <a:pt x="1369" y="1620"/>
                    <a:pt x="738" y="822"/>
                    <a:pt x="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5"/>
            <p:cNvSpPr/>
            <p:nvPr/>
          </p:nvSpPr>
          <p:spPr>
            <a:xfrm>
              <a:off x="5893798" y="2345382"/>
              <a:ext cx="808689" cy="490048"/>
            </a:xfrm>
            <a:custGeom>
              <a:rect b="b" l="l" r="r" t="t"/>
              <a:pathLst>
                <a:path extrusionOk="0" h="27915" w="46066">
                  <a:moveTo>
                    <a:pt x="27291" y="827"/>
                  </a:moveTo>
                  <a:cubicBezTo>
                    <a:pt x="29587" y="827"/>
                    <a:pt x="31691" y="2396"/>
                    <a:pt x="32647" y="4469"/>
                  </a:cubicBezTo>
                  <a:cubicBezTo>
                    <a:pt x="33267" y="5826"/>
                    <a:pt x="33433" y="7421"/>
                    <a:pt x="33195" y="8898"/>
                  </a:cubicBezTo>
                  <a:cubicBezTo>
                    <a:pt x="33152" y="9199"/>
                    <a:pt x="33383" y="9470"/>
                    <a:pt x="33645" y="9470"/>
                  </a:cubicBezTo>
                  <a:cubicBezTo>
                    <a:pt x="33745" y="9470"/>
                    <a:pt x="33850" y="9430"/>
                    <a:pt x="33945" y="9338"/>
                  </a:cubicBezTo>
                  <a:cubicBezTo>
                    <a:pt x="35374" y="7921"/>
                    <a:pt x="37124" y="6766"/>
                    <a:pt x="39124" y="6397"/>
                  </a:cubicBezTo>
                  <a:cubicBezTo>
                    <a:pt x="39456" y="6335"/>
                    <a:pt x="39792" y="6304"/>
                    <a:pt x="40127" y="6304"/>
                  </a:cubicBezTo>
                  <a:cubicBezTo>
                    <a:pt x="41521" y="6304"/>
                    <a:pt x="42884" y="6850"/>
                    <a:pt x="43768" y="7993"/>
                  </a:cubicBezTo>
                  <a:cubicBezTo>
                    <a:pt x="44708" y="9219"/>
                    <a:pt x="45018" y="10922"/>
                    <a:pt x="44720" y="12398"/>
                  </a:cubicBezTo>
                  <a:cubicBezTo>
                    <a:pt x="44387" y="14053"/>
                    <a:pt x="43268" y="15363"/>
                    <a:pt x="41744" y="16113"/>
                  </a:cubicBezTo>
                  <a:cubicBezTo>
                    <a:pt x="40807" y="16571"/>
                    <a:pt x="39731" y="16809"/>
                    <a:pt x="38658" y="16809"/>
                  </a:cubicBezTo>
                  <a:cubicBezTo>
                    <a:pt x="37754" y="16809"/>
                    <a:pt x="36852" y="16640"/>
                    <a:pt x="36041" y="16291"/>
                  </a:cubicBezTo>
                  <a:cubicBezTo>
                    <a:pt x="35967" y="16260"/>
                    <a:pt x="35894" y="16245"/>
                    <a:pt x="35825" y="16245"/>
                  </a:cubicBezTo>
                  <a:cubicBezTo>
                    <a:pt x="35503" y="16245"/>
                    <a:pt x="35265" y="16558"/>
                    <a:pt x="35422" y="16911"/>
                  </a:cubicBezTo>
                  <a:cubicBezTo>
                    <a:pt x="36481" y="19232"/>
                    <a:pt x="35672" y="22066"/>
                    <a:pt x="33898" y="23792"/>
                  </a:cubicBezTo>
                  <a:cubicBezTo>
                    <a:pt x="32993" y="24661"/>
                    <a:pt x="31802" y="25209"/>
                    <a:pt x="30552" y="25281"/>
                  </a:cubicBezTo>
                  <a:cubicBezTo>
                    <a:pt x="30441" y="25287"/>
                    <a:pt x="30331" y="25290"/>
                    <a:pt x="30221" y="25290"/>
                  </a:cubicBezTo>
                  <a:cubicBezTo>
                    <a:pt x="29060" y="25290"/>
                    <a:pt x="27920" y="24950"/>
                    <a:pt x="26909" y="24352"/>
                  </a:cubicBezTo>
                  <a:cubicBezTo>
                    <a:pt x="25658" y="23614"/>
                    <a:pt x="24682" y="22483"/>
                    <a:pt x="24277" y="21078"/>
                  </a:cubicBezTo>
                  <a:cubicBezTo>
                    <a:pt x="24214" y="20867"/>
                    <a:pt x="24044" y="20771"/>
                    <a:pt x="23872" y="20771"/>
                  </a:cubicBezTo>
                  <a:cubicBezTo>
                    <a:pt x="23654" y="20771"/>
                    <a:pt x="23433" y="20924"/>
                    <a:pt x="23420" y="21197"/>
                  </a:cubicBezTo>
                  <a:cubicBezTo>
                    <a:pt x="23289" y="23959"/>
                    <a:pt x="20944" y="26269"/>
                    <a:pt x="18312" y="26864"/>
                  </a:cubicBezTo>
                  <a:cubicBezTo>
                    <a:pt x="17892" y="26963"/>
                    <a:pt x="17463" y="27013"/>
                    <a:pt x="17035" y="27013"/>
                  </a:cubicBezTo>
                  <a:cubicBezTo>
                    <a:pt x="16128" y="27013"/>
                    <a:pt x="15224" y="26793"/>
                    <a:pt x="14407" y="26364"/>
                  </a:cubicBezTo>
                  <a:cubicBezTo>
                    <a:pt x="13205" y="25721"/>
                    <a:pt x="12216" y="24709"/>
                    <a:pt x="11561" y="23507"/>
                  </a:cubicBezTo>
                  <a:cubicBezTo>
                    <a:pt x="10811" y="22161"/>
                    <a:pt x="10514" y="20601"/>
                    <a:pt x="10799" y="19077"/>
                  </a:cubicBezTo>
                  <a:cubicBezTo>
                    <a:pt x="10854" y="18751"/>
                    <a:pt x="10639" y="18524"/>
                    <a:pt x="10338" y="18524"/>
                  </a:cubicBezTo>
                  <a:cubicBezTo>
                    <a:pt x="10310" y="18524"/>
                    <a:pt x="10281" y="18526"/>
                    <a:pt x="10252" y="18530"/>
                  </a:cubicBezTo>
                  <a:cubicBezTo>
                    <a:pt x="9289" y="18678"/>
                    <a:pt x="8299" y="18799"/>
                    <a:pt x="7312" y="18799"/>
                  </a:cubicBezTo>
                  <a:cubicBezTo>
                    <a:pt x="6555" y="18799"/>
                    <a:pt x="5800" y="18728"/>
                    <a:pt x="5061" y="18542"/>
                  </a:cubicBezTo>
                  <a:cubicBezTo>
                    <a:pt x="3751" y="18220"/>
                    <a:pt x="2441" y="17506"/>
                    <a:pt x="1655" y="16363"/>
                  </a:cubicBezTo>
                  <a:cubicBezTo>
                    <a:pt x="893" y="15244"/>
                    <a:pt x="751" y="13874"/>
                    <a:pt x="1120" y="12589"/>
                  </a:cubicBezTo>
                  <a:cubicBezTo>
                    <a:pt x="1501" y="11267"/>
                    <a:pt x="2394" y="10195"/>
                    <a:pt x="3608" y="9541"/>
                  </a:cubicBezTo>
                  <a:cubicBezTo>
                    <a:pt x="4554" y="9027"/>
                    <a:pt x="5635" y="8775"/>
                    <a:pt x="6716" y="8775"/>
                  </a:cubicBezTo>
                  <a:cubicBezTo>
                    <a:pt x="7212" y="8775"/>
                    <a:pt x="7708" y="8828"/>
                    <a:pt x="8192" y="8933"/>
                  </a:cubicBezTo>
                  <a:cubicBezTo>
                    <a:pt x="8226" y="8941"/>
                    <a:pt x="8260" y="8945"/>
                    <a:pt x="8295" y="8945"/>
                  </a:cubicBezTo>
                  <a:cubicBezTo>
                    <a:pt x="8528" y="8945"/>
                    <a:pt x="8762" y="8774"/>
                    <a:pt x="8752" y="8505"/>
                  </a:cubicBezTo>
                  <a:cubicBezTo>
                    <a:pt x="8728" y="8005"/>
                    <a:pt x="8728" y="7493"/>
                    <a:pt x="8835" y="6993"/>
                  </a:cubicBezTo>
                  <a:cubicBezTo>
                    <a:pt x="8942" y="6493"/>
                    <a:pt x="9133" y="6004"/>
                    <a:pt x="9371" y="5564"/>
                  </a:cubicBezTo>
                  <a:cubicBezTo>
                    <a:pt x="9859" y="4659"/>
                    <a:pt x="10549" y="3873"/>
                    <a:pt x="11407" y="3314"/>
                  </a:cubicBezTo>
                  <a:cubicBezTo>
                    <a:pt x="12318" y="2716"/>
                    <a:pt x="13358" y="2431"/>
                    <a:pt x="14407" y="2431"/>
                  </a:cubicBezTo>
                  <a:cubicBezTo>
                    <a:pt x="15303" y="2431"/>
                    <a:pt x="16205" y="2639"/>
                    <a:pt x="17038" y="3040"/>
                  </a:cubicBezTo>
                  <a:cubicBezTo>
                    <a:pt x="18050" y="3528"/>
                    <a:pt x="18979" y="4230"/>
                    <a:pt x="19598" y="5183"/>
                  </a:cubicBezTo>
                  <a:cubicBezTo>
                    <a:pt x="19667" y="5285"/>
                    <a:pt x="19760" y="5334"/>
                    <a:pt x="19853" y="5344"/>
                  </a:cubicBezTo>
                  <a:lnTo>
                    <a:pt x="19853" y="5344"/>
                  </a:lnTo>
                  <a:cubicBezTo>
                    <a:pt x="19891" y="5385"/>
                    <a:pt x="19929" y="5427"/>
                    <a:pt x="19967" y="5469"/>
                  </a:cubicBezTo>
                  <a:cubicBezTo>
                    <a:pt x="20023" y="5525"/>
                    <a:pt x="20119" y="5558"/>
                    <a:pt x="20211" y="5558"/>
                  </a:cubicBezTo>
                  <a:cubicBezTo>
                    <a:pt x="20294" y="5558"/>
                    <a:pt x="20374" y="5531"/>
                    <a:pt x="20420" y="5469"/>
                  </a:cubicBezTo>
                  <a:cubicBezTo>
                    <a:pt x="21968" y="3480"/>
                    <a:pt x="23837" y="1337"/>
                    <a:pt x="26456" y="897"/>
                  </a:cubicBezTo>
                  <a:cubicBezTo>
                    <a:pt x="26736" y="849"/>
                    <a:pt x="27015" y="827"/>
                    <a:pt x="27291" y="827"/>
                  </a:cubicBezTo>
                  <a:close/>
                  <a:moveTo>
                    <a:pt x="27436" y="1"/>
                  </a:moveTo>
                  <a:cubicBezTo>
                    <a:pt x="27304" y="1"/>
                    <a:pt x="27171" y="6"/>
                    <a:pt x="27040" y="16"/>
                  </a:cubicBezTo>
                  <a:cubicBezTo>
                    <a:pt x="25623" y="111"/>
                    <a:pt x="24325" y="730"/>
                    <a:pt x="23206" y="1587"/>
                  </a:cubicBezTo>
                  <a:cubicBezTo>
                    <a:pt x="22040" y="2492"/>
                    <a:pt x="21074" y="3595"/>
                    <a:pt x="20170" y="4752"/>
                  </a:cubicBezTo>
                  <a:lnTo>
                    <a:pt x="20170" y="4752"/>
                  </a:lnTo>
                  <a:cubicBezTo>
                    <a:pt x="20150" y="4732"/>
                    <a:pt x="20131" y="4712"/>
                    <a:pt x="20112" y="4692"/>
                  </a:cubicBezTo>
                  <a:lnTo>
                    <a:pt x="20112" y="4692"/>
                  </a:lnTo>
                  <a:cubicBezTo>
                    <a:pt x="19576" y="3764"/>
                    <a:pt x="18788" y="2953"/>
                    <a:pt x="17860" y="2421"/>
                  </a:cubicBezTo>
                  <a:cubicBezTo>
                    <a:pt x="16860" y="1861"/>
                    <a:pt x="15717" y="1540"/>
                    <a:pt x="14574" y="1528"/>
                  </a:cubicBezTo>
                  <a:cubicBezTo>
                    <a:pt x="14533" y="1527"/>
                    <a:pt x="14491" y="1526"/>
                    <a:pt x="14450" y="1526"/>
                  </a:cubicBezTo>
                  <a:cubicBezTo>
                    <a:pt x="12142" y="1526"/>
                    <a:pt x="10052" y="2836"/>
                    <a:pt x="8883" y="4790"/>
                  </a:cubicBezTo>
                  <a:cubicBezTo>
                    <a:pt x="8318" y="5734"/>
                    <a:pt x="7931" y="6873"/>
                    <a:pt x="7865" y="7978"/>
                  </a:cubicBezTo>
                  <a:lnTo>
                    <a:pt x="7865" y="7978"/>
                  </a:lnTo>
                  <a:cubicBezTo>
                    <a:pt x="7464" y="7915"/>
                    <a:pt x="7058" y="7882"/>
                    <a:pt x="6654" y="7882"/>
                  </a:cubicBezTo>
                  <a:cubicBezTo>
                    <a:pt x="5631" y="7882"/>
                    <a:pt x="4612" y="8088"/>
                    <a:pt x="3680" y="8517"/>
                  </a:cubicBezTo>
                  <a:cubicBezTo>
                    <a:pt x="2239" y="9183"/>
                    <a:pt x="1132" y="10362"/>
                    <a:pt x="548" y="11827"/>
                  </a:cubicBezTo>
                  <a:cubicBezTo>
                    <a:pt x="0" y="13220"/>
                    <a:pt x="0" y="14839"/>
                    <a:pt x="667" y="16196"/>
                  </a:cubicBezTo>
                  <a:cubicBezTo>
                    <a:pt x="1358" y="17625"/>
                    <a:pt x="2727" y="18613"/>
                    <a:pt x="4191" y="19137"/>
                  </a:cubicBezTo>
                  <a:cubicBezTo>
                    <a:pt x="5233" y="19513"/>
                    <a:pt x="6326" y="19646"/>
                    <a:pt x="7427" y="19646"/>
                  </a:cubicBezTo>
                  <a:cubicBezTo>
                    <a:pt x="8236" y="19646"/>
                    <a:pt x="9049" y="19574"/>
                    <a:pt x="9850" y="19473"/>
                  </a:cubicBezTo>
                  <a:lnTo>
                    <a:pt x="9850" y="19473"/>
                  </a:lnTo>
                  <a:cubicBezTo>
                    <a:pt x="9566" y="22355"/>
                    <a:pt x="11086" y="25323"/>
                    <a:pt x="13526" y="26864"/>
                  </a:cubicBezTo>
                  <a:cubicBezTo>
                    <a:pt x="14602" y="27556"/>
                    <a:pt x="15841" y="27914"/>
                    <a:pt x="17105" y="27914"/>
                  </a:cubicBezTo>
                  <a:cubicBezTo>
                    <a:pt x="17407" y="27914"/>
                    <a:pt x="17711" y="27894"/>
                    <a:pt x="18015" y="27852"/>
                  </a:cubicBezTo>
                  <a:cubicBezTo>
                    <a:pt x="19551" y="27626"/>
                    <a:pt x="21003" y="26888"/>
                    <a:pt x="22122" y="25828"/>
                  </a:cubicBezTo>
                  <a:cubicBezTo>
                    <a:pt x="23027" y="24965"/>
                    <a:pt x="23710" y="23880"/>
                    <a:pt x="24051" y="22692"/>
                  </a:cubicBezTo>
                  <a:lnTo>
                    <a:pt x="24051" y="22692"/>
                  </a:lnTo>
                  <a:cubicBezTo>
                    <a:pt x="25280" y="24787"/>
                    <a:pt x="27651" y="26164"/>
                    <a:pt x="30088" y="26233"/>
                  </a:cubicBezTo>
                  <a:cubicBezTo>
                    <a:pt x="30138" y="26234"/>
                    <a:pt x="30188" y="26235"/>
                    <a:pt x="30238" y="26235"/>
                  </a:cubicBezTo>
                  <a:cubicBezTo>
                    <a:pt x="31683" y="26235"/>
                    <a:pt x="33056" y="25738"/>
                    <a:pt x="34183" y="24852"/>
                  </a:cubicBezTo>
                  <a:cubicBezTo>
                    <a:pt x="35314" y="23947"/>
                    <a:pt x="36124" y="22637"/>
                    <a:pt x="36529" y="21256"/>
                  </a:cubicBezTo>
                  <a:cubicBezTo>
                    <a:pt x="36887" y="20004"/>
                    <a:pt x="36909" y="18670"/>
                    <a:pt x="36562" y="17420"/>
                  </a:cubicBezTo>
                  <a:lnTo>
                    <a:pt x="36562" y="17420"/>
                  </a:lnTo>
                  <a:cubicBezTo>
                    <a:pt x="37285" y="17629"/>
                    <a:pt x="38038" y="17734"/>
                    <a:pt x="38790" y="17734"/>
                  </a:cubicBezTo>
                  <a:cubicBezTo>
                    <a:pt x="39720" y="17734"/>
                    <a:pt x="40649" y="17572"/>
                    <a:pt x="41518" y="17244"/>
                  </a:cubicBezTo>
                  <a:cubicBezTo>
                    <a:pt x="43363" y="16553"/>
                    <a:pt x="44911" y="15148"/>
                    <a:pt x="45518" y="13243"/>
                  </a:cubicBezTo>
                  <a:cubicBezTo>
                    <a:pt x="46066" y="11505"/>
                    <a:pt x="45828" y="9493"/>
                    <a:pt x="44875" y="7945"/>
                  </a:cubicBezTo>
                  <a:cubicBezTo>
                    <a:pt x="43870" y="6326"/>
                    <a:pt x="42101" y="5409"/>
                    <a:pt x="40226" y="5409"/>
                  </a:cubicBezTo>
                  <a:cubicBezTo>
                    <a:pt x="40101" y="5409"/>
                    <a:pt x="39976" y="5413"/>
                    <a:pt x="39851" y="5421"/>
                  </a:cubicBezTo>
                  <a:cubicBezTo>
                    <a:pt x="38612" y="5504"/>
                    <a:pt x="37422" y="5897"/>
                    <a:pt x="36338" y="6481"/>
                  </a:cubicBezTo>
                  <a:cubicBezTo>
                    <a:pt x="35583" y="6875"/>
                    <a:pt x="34850" y="7365"/>
                    <a:pt x="34179" y="7916"/>
                  </a:cubicBezTo>
                  <a:lnTo>
                    <a:pt x="34179" y="7916"/>
                  </a:lnTo>
                  <a:cubicBezTo>
                    <a:pt x="34255" y="5321"/>
                    <a:pt x="33254" y="2705"/>
                    <a:pt x="31052" y="1182"/>
                  </a:cubicBezTo>
                  <a:cubicBezTo>
                    <a:pt x="30005" y="460"/>
                    <a:pt x="28714" y="1"/>
                    <a:pt x="2743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2" name="Google Shape;1012;p35"/>
          <p:cNvGrpSpPr/>
          <p:nvPr/>
        </p:nvGrpSpPr>
        <p:grpSpPr>
          <a:xfrm>
            <a:off x="1224706" y="1791420"/>
            <a:ext cx="1016031" cy="560639"/>
            <a:chOff x="2633156" y="1606195"/>
            <a:chExt cx="1016031" cy="560639"/>
          </a:xfrm>
        </p:grpSpPr>
        <p:sp>
          <p:nvSpPr>
            <p:cNvPr id="1013" name="Google Shape;1013;p35"/>
            <p:cNvSpPr/>
            <p:nvPr/>
          </p:nvSpPr>
          <p:spPr>
            <a:xfrm>
              <a:off x="2654677" y="1909039"/>
              <a:ext cx="963787" cy="257795"/>
            </a:xfrm>
            <a:custGeom>
              <a:rect b="b" l="l" r="r" t="t"/>
              <a:pathLst>
                <a:path extrusionOk="0" h="14685" w="54901">
                  <a:moveTo>
                    <a:pt x="38541" y="0"/>
                  </a:moveTo>
                  <a:cubicBezTo>
                    <a:pt x="36660" y="3882"/>
                    <a:pt x="32790" y="6882"/>
                    <a:pt x="28480" y="7120"/>
                  </a:cubicBezTo>
                  <a:cubicBezTo>
                    <a:pt x="28324" y="7129"/>
                    <a:pt x="28167" y="7133"/>
                    <a:pt x="28011" y="7133"/>
                  </a:cubicBezTo>
                  <a:cubicBezTo>
                    <a:pt x="23864" y="7133"/>
                    <a:pt x="19707" y="4277"/>
                    <a:pt x="18800" y="227"/>
                  </a:cubicBezTo>
                  <a:cubicBezTo>
                    <a:pt x="16753" y="2001"/>
                    <a:pt x="14478" y="3608"/>
                    <a:pt x="11907" y="4501"/>
                  </a:cubicBezTo>
                  <a:cubicBezTo>
                    <a:pt x="10607" y="4950"/>
                    <a:pt x="9226" y="5204"/>
                    <a:pt x="7858" y="5204"/>
                  </a:cubicBezTo>
                  <a:cubicBezTo>
                    <a:pt x="6506" y="5204"/>
                    <a:pt x="5166" y="4956"/>
                    <a:pt x="3929" y="4406"/>
                  </a:cubicBezTo>
                  <a:cubicBezTo>
                    <a:pt x="2596" y="3810"/>
                    <a:pt x="1417" y="2846"/>
                    <a:pt x="596" y="1632"/>
                  </a:cubicBezTo>
                  <a:cubicBezTo>
                    <a:pt x="536" y="1548"/>
                    <a:pt x="489" y="1441"/>
                    <a:pt x="429" y="1322"/>
                  </a:cubicBezTo>
                  <a:cubicBezTo>
                    <a:pt x="119" y="2120"/>
                    <a:pt x="0" y="2989"/>
                    <a:pt x="155" y="3858"/>
                  </a:cubicBezTo>
                  <a:cubicBezTo>
                    <a:pt x="921" y="8219"/>
                    <a:pt x="5651" y="9726"/>
                    <a:pt x="10245" y="9726"/>
                  </a:cubicBezTo>
                  <a:cubicBezTo>
                    <a:pt x="12939" y="9726"/>
                    <a:pt x="15586" y="9208"/>
                    <a:pt x="17360" y="8442"/>
                  </a:cubicBezTo>
                  <a:cubicBezTo>
                    <a:pt x="17558" y="8356"/>
                    <a:pt x="17776" y="8269"/>
                    <a:pt x="17980" y="8269"/>
                  </a:cubicBezTo>
                  <a:cubicBezTo>
                    <a:pt x="18058" y="8269"/>
                    <a:pt x="18133" y="8282"/>
                    <a:pt x="18205" y="8311"/>
                  </a:cubicBezTo>
                  <a:cubicBezTo>
                    <a:pt x="18443" y="8406"/>
                    <a:pt x="18586" y="8656"/>
                    <a:pt x="18705" y="8883"/>
                  </a:cubicBezTo>
                  <a:cubicBezTo>
                    <a:pt x="20863" y="12794"/>
                    <a:pt x="24844" y="14684"/>
                    <a:pt x="28939" y="14684"/>
                  </a:cubicBezTo>
                  <a:cubicBezTo>
                    <a:pt x="31601" y="14684"/>
                    <a:pt x="34311" y="13885"/>
                    <a:pt x="36600" y="12323"/>
                  </a:cubicBezTo>
                  <a:cubicBezTo>
                    <a:pt x="38362" y="11133"/>
                    <a:pt x="40363" y="9383"/>
                    <a:pt x="40863" y="7299"/>
                  </a:cubicBezTo>
                  <a:cubicBezTo>
                    <a:pt x="42677" y="8267"/>
                    <a:pt x="44739" y="8766"/>
                    <a:pt x="46798" y="8766"/>
                  </a:cubicBezTo>
                  <a:cubicBezTo>
                    <a:pt x="47955" y="8766"/>
                    <a:pt x="49111" y="8609"/>
                    <a:pt x="50221" y="8287"/>
                  </a:cubicBezTo>
                  <a:cubicBezTo>
                    <a:pt x="52090" y="7763"/>
                    <a:pt x="53971" y="6644"/>
                    <a:pt x="54638" y="4822"/>
                  </a:cubicBezTo>
                  <a:cubicBezTo>
                    <a:pt x="54781" y="4418"/>
                    <a:pt x="54864" y="4001"/>
                    <a:pt x="54900" y="3572"/>
                  </a:cubicBezTo>
                  <a:lnTo>
                    <a:pt x="54900" y="3572"/>
                  </a:lnTo>
                  <a:cubicBezTo>
                    <a:pt x="53492" y="3880"/>
                    <a:pt x="52047" y="4032"/>
                    <a:pt x="50602" y="4032"/>
                  </a:cubicBezTo>
                  <a:cubicBezTo>
                    <a:pt x="46280" y="4032"/>
                    <a:pt x="41949" y="2668"/>
                    <a:pt x="38541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5"/>
            <p:cNvSpPr/>
            <p:nvPr/>
          </p:nvSpPr>
          <p:spPr>
            <a:xfrm>
              <a:off x="2633156" y="1606195"/>
              <a:ext cx="1016031" cy="554282"/>
            </a:xfrm>
            <a:custGeom>
              <a:rect b="b" l="l" r="r" t="t"/>
              <a:pathLst>
                <a:path extrusionOk="0" h="31574" w="57877">
                  <a:moveTo>
                    <a:pt x="31675" y="900"/>
                  </a:moveTo>
                  <a:cubicBezTo>
                    <a:pt x="31984" y="900"/>
                    <a:pt x="32294" y="936"/>
                    <a:pt x="32599" y="1012"/>
                  </a:cubicBezTo>
                  <a:cubicBezTo>
                    <a:pt x="33790" y="1298"/>
                    <a:pt x="34826" y="2108"/>
                    <a:pt x="35528" y="3096"/>
                  </a:cubicBezTo>
                  <a:cubicBezTo>
                    <a:pt x="36445" y="4394"/>
                    <a:pt x="36862" y="5965"/>
                    <a:pt x="37040" y="7525"/>
                  </a:cubicBezTo>
                  <a:cubicBezTo>
                    <a:pt x="37064" y="7727"/>
                    <a:pt x="37171" y="7918"/>
                    <a:pt x="37398" y="7978"/>
                  </a:cubicBezTo>
                  <a:cubicBezTo>
                    <a:pt x="37438" y="7990"/>
                    <a:pt x="37482" y="7996"/>
                    <a:pt x="37526" y="7996"/>
                  </a:cubicBezTo>
                  <a:cubicBezTo>
                    <a:pt x="37688" y="7996"/>
                    <a:pt x="37859" y="7913"/>
                    <a:pt x="37933" y="7763"/>
                  </a:cubicBezTo>
                  <a:cubicBezTo>
                    <a:pt x="38735" y="6161"/>
                    <a:pt x="40311" y="5153"/>
                    <a:pt x="42028" y="5153"/>
                  </a:cubicBezTo>
                  <a:cubicBezTo>
                    <a:pt x="42428" y="5153"/>
                    <a:pt x="42836" y="5208"/>
                    <a:pt x="43244" y="5322"/>
                  </a:cubicBezTo>
                  <a:cubicBezTo>
                    <a:pt x="45387" y="5930"/>
                    <a:pt x="46577" y="7894"/>
                    <a:pt x="46780" y="10025"/>
                  </a:cubicBezTo>
                  <a:cubicBezTo>
                    <a:pt x="46911" y="11240"/>
                    <a:pt x="46792" y="12478"/>
                    <a:pt x="46506" y="13669"/>
                  </a:cubicBezTo>
                  <a:cubicBezTo>
                    <a:pt x="46431" y="13951"/>
                    <a:pt x="46660" y="14218"/>
                    <a:pt x="46924" y="14218"/>
                  </a:cubicBezTo>
                  <a:cubicBezTo>
                    <a:pt x="46994" y="14218"/>
                    <a:pt x="47067" y="14199"/>
                    <a:pt x="47137" y="14157"/>
                  </a:cubicBezTo>
                  <a:cubicBezTo>
                    <a:pt x="47892" y="13700"/>
                    <a:pt x="48711" y="13500"/>
                    <a:pt x="49539" y="13500"/>
                  </a:cubicBezTo>
                  <a:cubicBezTo>
                    <a:pt x="51992" y="13500"/>
                    <a:pt x="54532" y="15247"/>
                    <a:pt x="55769" y="17241"/>
                  </a:cubicBezTo>
                  <a:cubicBezTo>
                    <a:pt x="56257" y="18014"/>
                    <a:pt x="56579" y="18896"/>
                    <a:pt x="56436" y="19812"/>
                  </a:cubicBezTo>
                  <a:cubicBezTo>
                    <a:pt x="56293" y="20681"/>
                    <a:pt x="55805" y="21443"/>
                    <a:pt x="55233" y="22086"/>
                  </a:cubicBezTo>
                  <a:cubicBezTo>
                    <a:pt x="54626" y="22777"/>
                    <a:pt x="53900" y="23360"/>
                    <a:pt x="53126" y="23884"/>
                  </a:cubicBezTo>
                  <a:cubicBezTo>
                    <a:pt x="52328" y="24432"/>
                    <a:pt x="51459" y="24896"/>
                    <a:pt x="50518" y="25146"/>
                  </a:cubicBezTo>
                  <a:cubicBezTo>
                    <a:pt x="50082" y="25259"/>
                    <a:pt x="49647" y="25310"/>
                    <a:pt x="49215" y="25310"/>
                  </a:cubicBezTo>
                  <a:cubicBezTo>
                    <a:pt x="47647" y="25310"/>
                    <a:pt x="46126" y="24643"/>
                    <a:pt x="44744" y="23896"/>
                  </a:cubicBezTo>
                  <a:cubicBezTo>
                    <a:pt x="44291" y="23658"/>
                    <a:pt x="43839" y="23337"/>
                    <a:pt x="43363" y="23170"/>
                  </a:cubicBezTo>
                  <a:cubicBezTo>
                    <a:pt x="43227" y="23124"/>
                    <a:pt x="43093" y="23102"/>
                    <a:pt x="42963" y="23102"/>
                  </a:cubicBezTo>
                  <a:cubicBezTo>
                    <a:pt x="42624" y="23102"/>
                    <a:pt x="42308" y="23247"/>
                    <a:pt x="42041" y="23479"/>
                  </a:cubicBezTo>
                  <a:cubicBezTo>
                    <a:pt x="41708" y="23765"/>
                    <a:pt x="41481" y="24182"/>
                    <a:pt x="41231" y="24539"/>
                  </a:cubicBezTo>
                  <a:cubicBezTo>
                    <a:pt x="40969" y="24908"/>
                    <a:pt x="40696" y="25265"/>
                    <a:pt x="40410" y="25611"/>
                  </a:cubicBezTo>
                  <a:cubicBezTo>
                    <a:pt x="38076" y="28421"/>
                    <a:pt x="34743" y="30468"/>
                    <a:pt x="31016" y="30599"/>
                  </a:cubicBezTo>
                  <a:cubicBezTo>
                    <a:pt x="30889" y="30603"/>
                    <a:pt x="30763" y="30606"/>
                    <a:pt x="30636" y="30606"/>
                  </a:cubicBezTo>
                  <a:cubicBezTo>
                    <a:pt x="28924" y="30606"/>
                    <a:pt x="27190" y="30228"/>
                    <a:pt x="25682" y="29397"/>
                  </a:cubicBezTo>
                  <a:cubicBezTo>
                    <a:pt x="23967" y="28456"/>
                    <a:pt x="22670" y="26956"/>
                    <a:pt x="21574" y="25361"/>
                  </a:cubicBezTo>
                  <a:cubicBezTo>
                    <a:pt x="21288" y="24956"/>
                    <a:pt x="21015" y="24539"/>
                    <a:pt x="20741" y="24122"/>
                  </a:cubicBezTo>
                  <a:cubicBezTo>
                    <a:pt x="20647" y="23981"/>
                    <a:pt x="20506" y="23912"/>
                    <a:pt x="20364" y="23912"/>
                  </a:cubicBezTo>
                  <a:cubicBezTo>
                    <a:pt x="20220" y="23912"/>
                    <a:pt x="20075" y="23984"/>
                    <a:pt x="19979" y="24122"/>
                  </a:cubicBezTo>
                  <a:cubicBezTo>
                    <a:pt x="18550" y="26254"/>
                    <a:pt x="16193" y="27551"/>
                    <a:pt x="13740" y="28159"/>
                  </a:cubicBezTo>
                  <a:cubicBezTo>
                    <a:pt x="12591" y="28446"/>
                    <a:pt x="11370" y="28607"/>
                    <a:pt x="10151" y="28607"/>
                  </a:cubicBezTo>
                  <a:cubicBezTo>
                    <a:pt x="8541" y="28607"/>
                    <a:pt x="6932" y="28326"/>
                    <a:pt x="5489" y="27682"/>
                  </a:cubicBezTo>
                  <a:cubicBezTo>
                    <a:pt x="3203" y="26646"/>
                    <a:pt x="1167" y="24503"/>
                    <a:pt x="1012" y="21896"/>
                  </a:cubicBezTo>
                  <a:cubicBezTo>
                    <a:pt x="857" y="19431"/>
                    <a:pt x="2334" y="17062"/>
                    <a:pt x="4405" y="15824"/>
                  </a:cubicBezTo>
                  <a:cubicBezTo>
                    <a:pt x="5659" y="15076"/>
                    <a:pt x="7123" y="14751"/>
                    <a:pt x="8562" y="14751"/>
                  </a:cubicBezTo>
                  <a:cubicBezTo>
                    <a:pt x="8613" y="14751"/>
                    <a:pt x="8664" y="14751"/>
                    <a:pt x="8715" y="14752"/>
                  </a:cubicBezTo>
                  <a:cubicBezTo>
                    <a:pt x="10287" y="14788"/>
                    <a:pt x="11906" y="15169"/>
                    <a:pt x="13323" y="15836"/>
                  </a:cubicBezTo>
                  <a:cubicBezTo>
                    <a:pt x="13390" y="15868"/>
                    <a:pt x="13457" y="15882"/>
                    <a:pt x="13522" y="15882"/>
                  </a:cubicBezTo>
                  <a:cubicBezTo>
                    <a:pt x="13770" y="15882"/>
                    <a:pt x="13975" y="15666"/>
                    <a:pt x="13918" y="15383"/>
                  </a:cubicBezTo>
                  <a:cubicBezTo>
                    <a:pt x="13133" y="11990"/>
                    <a:pt x="12275" y="7847"/>
                    <a:pt x="14621" y="4846"/>
                  </a:cubicBezTo>
                  <a:cubicBezTo>
                    <a:pt x="15585" y="3596"/>
                    <a:pt x="17014" y="2834"/>
                    <a:pt x="18586" y="2763"/>
                  </a:cubicBezTo>
                  <a:cubicBezTo>
                    <a:pt x="18694" y="2758"/>
                    <a:pt x="18802" y="2755"/>
                    <a:pt x="18910" y="2755"/>
                  </a:cubicBezTo>
                  <a:cubicBezTo>
                    <a:pt x="20328" y="2755"/>
                    <a:pt x="21676" y="3197"/>
                    <a:pt x="22705" y="4215"/>
                  </a:cubicBezTo>
                  <a:cubicBezTo>
                    <a:pt x="23884" y="5394"/>
                    <a:pt x="24479" y="7120"/>
                    <a:pt x="24336" y="8787"/>
                  </a:cubicBezTo>
                  <a:cubicBezTo>
                    <a:pt x="24317" y="9052"/>
                    <a:pt x="24554" y="9202"/>
                    <a:pt x="24783" y="9202"/>
                  </a:cubicBezTo>
                  <a:cubicBezTo>
                    <a:pt x="24934" y="9202"/>
                    <a:pt x="25082" y="9137"/>
                    <a:pt x="25150" y="8996"/>
                  </a:cubicBezTo>
                  <a:lnTo>
                    <a:pt x="25150" y="8996"/>
                  </a:lnTo>
                  <a:cubicBezTo>
                    <a:pt x="25276" y="8978"/>
                    <a:pt x="25387" y="8895"/>
                    <a:pt x="25420" y="8728"/>
                  </a:cubicBezTo>
                  <a:cubicBezTo>
                    <a:pt x="25563" y="8013"/>
                    <a:pt x="25646" y="7299"/>
                    <a:pt x="25849" y="6608"/>
                  </a:cubicBezTo>
                  <a:cubicBezTo>
                    <a:pt x="26051" y="5918"/>
                    <a:pt x="26289" y="5227"/>
                    <a:pt x="26599" y="4584"/>
                  </a:cubicBezTo>
                  <a:cubicBezTo>
                    <a:pt x="27170" y="3406"/>
                    <a:pt x="28015" y="2358"/>
                    <a:pt x="29135" y="1667"/>
                  </a:cubicBezTo>
                  <a:cubicBezTo>
                    <a:pt x="29896" y="1198"/>
                    <a:pt x="30781" y="900"/>
                    <a:pt x="31675" y="900"/>
                  </a:cubicBezTo>
                  <a:close/>
                  <a:moveTo>
                    <a:pt x="31733" y="1"/>
                  </a:moveTo>
                  <a:cubicBezTo>
                    <a:pt x="29504" y="1"/>
                    <a:pt x="27473" y="1591"/>
                    <a:pt x="26384" y="3548"/>
                  </a:cubicBezTo>
                  <a:cubicBezTo>
                    <a:pt x="25956" y="4322"/>
                    <a:pt x="25622" y="5132"/>
                    <a:pt x="25360" y="5965"/>
                  </a:cubicBezTo>
                  <a:cubicBezTo>
                    <a:pt x="25295" y="6182"/>
                    <a:pt x="25230" y="6401"/>
                    <a:pt x="25167" y="6620"/>
                  </a:cubicBezTo>
                  <a:lnTo>
                    <a:pt x="25167" y="6620"/>
                  </a:lnTo>
                  <a:cubicBezTo>
                    <a:pt x="25147" y="6525"/>
                    <a:pt x="25124" y="6430"/>
                    <a:pt x="25098" y="6334"/>
                  </a:cubicBezTo>
                  <a:cubicBezTo>
                    <a:pt x="24860" y="5501"/>
                    <a:pt x="24456" y="4715"/>
                    <a:pt x="23920" y="4025"/>
                  </a:cubicBezTo>
                  <a:cubicBezTo>
                    <a:pt x="22824" y="2620"/>
                    <a:pt x="21181" y="1786"/>
                    <a:pt x="19395" y="1679"/>
                  </a:cubicBezTo>
                  <a:cubicBezTo>
                    <a:pt x="19273" y="1671"/>
                    <a:pt x="19150" y="1667"/>
                    <a:pt x="19028" y="1667"/>
                  </a:cubicBezTo>
                  <a:cubicBezTo>
                    <a:pt x="17385" y="1667"/>
                    <a:pt x="15739" y="2399"/>
                    <a:pt x="14609" y="3584"/>
                  </a:cubicBezTo>
                  <a:cubicBezTo>
                    <a:pt x="13407" y="4858"/>
                    <a:pt x="12692" y="6608"/>
                    <a:pt x="12454" y="8323"/>
                  </a:cubicBezTo>
                  <a:cubicBezTo>
                    <a:pt x="12140" y="10470"/>
                    <a:pt x="12489" y="12626"/>
                    <a:pt x="12942" y="14734"/>
                  </a:cubicBezTo>
                  <a:lnTo>
                    <a:pt x="12942" y="14734"/>
                  </a:lnTo>
                  <a:cubicBezTo>
                    <a:pt x="11790" y="14186"/>
                    <a:pt x="10574" y="13839"/>
                    <a:pt x="9287" y="13752"/>
                  </a:cubicBezTo>
                  <a:cubicBezTo>
                    <a:pt x="9062" y="13737"/>
                    <a:pt x="8836" y="13729"/>
                    <a:pt x="8611" y="13729"/>
                  </a:cubicBezTo>
                  <a:cubicBezTo>
                    <a:pt x="7276" y="13729"/>
                    <a:pt x="5951" y="14001"/>
                    <a:pt x="4739" y="14562"/>
                  </a:cubicBezTo>
                  <a:cubicBezTo>
                    <a:pt x="2286" y="15705"/>
                    <a:pt x="441" y="18193"/>
                    <a:pt x="226" y="20908"/>
                  </a:cubicBezTo>
                  <a:cubicBezTo>
                    <a:pt x="0" y="23706"/>
                    <a:pt x="1703" y="26301"/>
                    <a:pt x="4012" y="27742"/>
                  </a:cubicBezTo>
                  <a:cubicBezTo>
                    <a:pt x="5854" y="28891"/>
                    <a:pt x="8061" y="29350"/>
                    <a:pt x="10251" y="29350"/>
                  </a:cubicBezTo>
                  <a:cubicBezTo>
                    <a:pt x="11148" y="29350"/>
                    <a:pt x="12042" y="29273"/>
                    <a:pt x="12906" y="29135"/>
                  </a:cubicBezTo>
                  <a:cubicBezTo>
                    <a:pt x="15743" y="28682"/>
                    <a:pt x="18508" y="27381"/>
                    <a:pt x="20328" y="25126"/>
                  </a:cubicBezTo>
                  <a:lnTo>
                    <a:pt x="20328" y="25126"/>
                  </a:lnTo>
                  <a:cubicBezTo>
                    <a:pt x="21356" y="26721"/>
                    <a:pt x="22500" y="28270"/>
                    <a:pt x="24027" y="29444"/>
                  </a:cubicBezTo>
                  <a:cubicBezTo>
                    <a:pt x="25610" y="30659"/>
                    <a:pt x="27539" y="31349"/>
                    <a:pt x="29528" y="31528"/>
                  </a:cubicBezTo>
                  <a:cubicBezTo>
                    <a:pt x="29869" y="31558"/>
                    <a:pt x="30210" y="31573"/>
                    <a:pt x="30549" y="31573"/>
                  </a:cubicBezTo>
                  <a:cubicBezTo>
                    <a:pt x="34186" y="31573"/>
                    <a:pt x="37610" y="29859"/>
                    <a:pt x="40148" y="27278"/>
                  </a:cubicBezTo>
                  <a:cubicBezTo>
                    <a:pt x="40839" y="26587"/>
                    <a:pt x="41470" y="25813"/>
                    <a:pt x="42029" y="25015"/>
                  </a:cubicBezTo>
                  <a:cubicBezTo>
                    <a:pt x="42232" y="24718"/>
                    <a:pt x="42482" y="24170"/>
                    <a:pt x="42839" y="24051"/>
                  </a:cubicBezTo>
                  <a:cubicBezTo>
                    <a:pt x="42870" y="24041"/>
                    <a:pt x="42901" y="24037"/>
                    <a:pt x="42932" y="24037"/>
                  </a:cubicBezTo>
                  <a:cubicBezTo>
                    <a:pt x="43091" y="24037"/>
                    <a:pt x="43247" y="24150"/>
                    <a:pt x="43386" y="24230"/>
                  </a:cubicBezTo>
                  <a:cubicBezTo>
                    <a:pt x="43625" y="24372"/>
                    <a:pt x="43875" y="24515"/>
                    <a:pt x="44125" y="24658"/>
                  </a:cubicBezTo>
                  <a:cubicBezTo>
                    <a:pt x="45698" y="25532"/>
                    <a:pt x="47399" y="26280"/>
                    <a:pt x="49187" y="26280"/>
                  </a:cubicBezTo>
                  <a:cubicBezTo>
                    <a:pt x="49591" y="26280"/>
                    <a:pt x="49999" y="26242"/>
                    <a:pt x="50411" y="26158"/>
                  </a:cubicBezTo>
                  <a:cubicBezTo>
                    <a:pt x="51423" y="25956"/>
                    <a:pt x="52388" y="25492"/>
                    <a:pt x="53245" y="24944"/>
                  </a:cubicBezTo>
                  <a:cubicBezTo>
                    <a:pt x="54102" y="24396"/>
                    <a:pt x="54924" y="23765"/>
                    <a:pt x="55626" y="23039"/>
                  </a:cubicBezTo>
                  <a:cubicBezTo>
                    <a:pt x="56995" y="21622"/>
                    <a:pt x="57876" y="19669"/>
                    <a:pt x="57114" y="17717"/>
                  </a:cubicBezTo>
                  <a:cubicBezTo>
                    <a:pt x="56424" y="15907"/>
                    <a:pt x="54805" y="14443"/>
                    <a:pt x="53126" y="13550"/>
                  </a:cubicBezTo>
                  <a:cubicBezTo>
                    <a:pt x="52031" y="12973"/>
                    <a:pt x="50771" y="12585"/>
                    <a:pt x="49524" y="12585"/>
                  </a:cubicBezTo>
                  <a:cubicBezTo>
                    <a:pt x="48966" y="12585"/>
                    <a:pt x="48412" y="12663"/>
                    <a:pt x="47875" y="12835"/>
                  </a:cubicBezTo>
                  <a:cubicBezTo>
                    <a:pt x="47750" y="12878"/>
                    <a:pt x="47627" y="12925"/>
                    <a:pt x="47506" y="12977"/>
                  </a:cubicBezTo>
                  <a:lnTo>
                    <a:pt x="47506" y="12977"/>
                  </a:lnTo>
                  <a:cubicBezTo>
                    <a:pt x="47831" y="10899"/>
                    <a:pt x="47800" y="8670"/>
                    <a:pt x="46661" y="6846"/>
                  </a:cubicBezTo>
                  <a:cubicBezTo>
                    <a:pt x="45653" y="5242"/>
                    <a:pt x="43825" y="4265"/>
                    <a:pt x="41970" y="4265"/>
                  </a:cubicBezTo>
                  <a:cubicBezTo>
                    <a:pt x="41348" y="4265"/>
                    <a:pt x="40722" y="4375"/>
                    <a:pt x="40124" y="4608"/>
                  </a:cubicBezTo>
                  <a:cubicBezTo>
                    <a:pt x="39234" y="4958"/>
                    <a:pt x="38413" y="5516"/>
                    <a:pt x="37792" y="6248"/>
                  </a:cubicBezTo>
                  <a:lnTo>
                    <a:pt x="37792" y="6248"/>
                  </a:lnTo>
                  <a:cubicBezTo>
                    <a:pt x="37568" y="5115"/>
                    <a:pt x="37207" y="4013"/>
                    <a:pt x="36600" y="3025"/>
                  </a:cubicBezTo>
                  <a:cubicBezTo>
                    <a:pt x="35850" y="1810"/>
                    <a:pt x="34743" y="822"/>
                    <a:pt x="33409" y="310"/>
                  </a:cubicBezTo>
                  <a:cubicBezTo>
                    <a:pt x="32846" y="98"/>
                    <a:pt x="32283" y="1"/>
                    <a:pt x="317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5" name="Google Shape;1015;p35"/>
          <p:cNvGrpSpPr/>
          <p:nvPr/>
        </p:nvGrpSpPr>
        <p:grpSpPr>
          <a:xfrm>
            <a:off x="3802689" y="3615608"/>
            <a:ext cx="831686" cy="498494"/>
            <a:chOff x="3980164" y="3525546"/>
            <a:chExt cx="831686" cy="498494"/>
          </a:xfrm>
        </p:grpSpPr>
        <p:sp>
          <p:nvSpPr>
            <p:cNvPr id="1016" name="Google Shape;1016;p35"/>
            <p:cNvSpPr/>
            <p:nvPr/>
          </p:nvSpPr>
          <p:spPr>
            <a:xfrm>
              <a:off x="3999614" y="3838132"/>
              <a:ext cx="810567" cy="185907"/>
            </a:xfrm>
            <a:custGeom>
              <a:rect b="b" l="l" r="r" t="t"/>
              <a:pathLst>
                <a:path extrusionOk="0" h="10590" w="46173">
                  <a:moveTo>
                    <a:pt x="16205" y="1"/>
                  </a:moveTo>
                  <a:cubicBezTo>
                    <a:pt x="14296" y="2587"/>
                    <a:pt x="11104" y="4147"/>
                    <a:pt x="7903" y="4147"/>
                  </a:cubicBezTo>
                  <a:cubicBezTo>
                    <a:pt x="7390" y="4147"/>
                    <a:pt x="6878" y="4107"/>
                    <a:pt x="6370" y="4025"/>
                  </a:cubicBezTo>
                  <a:cubicBezTo>
                    <a:pt x="3370" y="3549"/>
                    <a:pt x="2239" y="1775"/>
                    <a:pt x="310" y="168"/>
                  </a:cubicBezTo>
                  <a:cubicBezTo>
                    <a:pt x="107" y="763"/>
                    <a:pt x="0" y="1406"/>
                    <a:pt x="60" y="2037"/>
                  </a:cubicBezTo>
                  <a:cubicBezTo>
                    <a:pt x="334" y="5073"/>
                    <a:pt x="3203" y="7419"/>
                    <a:pt x="6227" y="7907"/>
                  </a:cubicBezTo>
                  <a:cubicBezTo>
                    <a:pt x="6756" y="7992"/>
                    <a:pt x="7287" y="8032"/>
                    <a:pt x="7818" y="8032"/>
                  </a:cubicBezTo>
                  <a:cubicBezTo>
                    <a:pt x="10305" y="8032"/>
                    <a:pt x="12781" y="7156"/>
                    <a:pt x="15038" y="6037"/>
                  </a:cubicBezTo>
                  <a:cubicBezTo>
                    <a:pt x="16859" y="8752"/>
                    <a:pt x="20050" y="10502"/>
                    <a:pt x="23313" y="10586"/>
                  </a:cubicBezTo>
                  <a:cubicBezTo>
                    <a:pt x="23407" y="10588"/>
                    <a:pt x="23501" y="10590"/>
                    <a:pt x="23595" y="10590"/>
                  </a:cubicBezTo>
                  <a:cubicBezTo>
                    <a:pt x="26774" y="10590"/>
                    <a:pt x="29918" y="9034"/>
                    <a:pt x="31837" y="6502"/>
                  </a:cubicBezTo>
                  <a:cubicBezTo>
                    <a:pt x="33733" y="7700"/>
                    <a:pt x="35994" y="8480"/>
                    <a:pt x="38208" y="8480"/>
                  </a:cubicBezTo>
                  <a:cubicBezTo>
                    <a:pt x="39316" y="8480"/>
                    <a:pt x="40413" y="8284"/>
                    <a:pt x="41446" y="7847"/>
                  </a:cubicBezTo>
                  <a:cubicBezTo>
                    <a:pt x="44256" y="6668"/>
                    <a:pt x="46173" y="3335"/>
                    <a:pt x="45387" y="477"/>
                  </a:cubicBezTo>
                  <a:lnTo>
                    <a:pt x="45387" y="477"/>
                  </a:lnTo>
                  <a:cubicBezTo>
                    <a:pt x="44018" y="1608"/>
                    <a:pt x="42351" y="2394"/>
                    <a:pt x="40600" y="2704"/>
                  </a:cubicBezTo>
                  <a:cubicBezTo>
                    <a:pt x="40026" y="2805"/>
                    <a:pt x="39444" y="2854"/>
                    <a:pt x="38862" y="2854"/>
                  </a:cubicBezTo>
                  <a:cubicBezTo>
                    <a:pt x="36222" y="2854"/>
                    <a:pt x="33581" y="1837"/>
                    <a:pt x="31659" y="13"/>
                  </a:cubicBezTo>
                  <a:cubicBezTo>
                    <a:pt x="29698" y="2960"/>
                    <a:pt x="27167" y="6228"/>
                    <a:pt x="23641" y="6228"/>
                  </a:cubicBezTo>
                  <a:cubicBezTo>
                    <a:pt x="23635" y="6228"/>
                    <a:pt x="23629" y="6228"/>
                    <a:pt x="23622" y="6228"/>
                  </a:cubicBezTo>
                  <a:cubicBezTo>
                    <a:pt x="20205" y="6216"/>
                    <a:pt x="17669" y="3073"/>
                    <a:pt x="1620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5"/>
            <p:cNvSpPr/>
            <p:nvPr/>
          </p:nvSpPr>
          <p:spPr>
            <a:xfrm>
              <a:off x="3980164" y="3525546"/>
              <a:ext cx="831686" cy="493032"/>
            </a:xfrm>
            <a:custGeom>
              <a:rect b="b" l="l" r="r" t="t"/>
              <a:pathLst>
                <a:path extrusionOk="0" h="28085" w="47376">
                  <a:moveTo>
                    <a:pt x="26087" y="777"/>
                  </a:moveTo>
                  <a:cubicBezTo>
                    <a:pt x="26178" y="777"/>
                    <a:pt x="26270" y="779"/>
                    <a:pt x="26361" y="782"/>
                  </a:cubicBezTo>
                  <a:cubicBezTo>
                    <a:pt x="28123" y="842"/>
                    <a:pt x="29886" y="1508"/>
                    <a:pt x="31267" y="2616"/>
                  </a:cubicBezTo>
                  <a:cubicBezTo>
                    <a:pt x="32743" y="3806"/>
                    <a:pt x="33743" y="5437"/>
                    <a:pt x="34148" y="7295"/>
                  </a:cubicBezTo>
                  <a:cubicBezTo>
                    <a:pt x="34636" y="9497"/>
                    <a:pt x="34315" y="11831"/>
                    <a:pt x="33481" y="13915"/>
                  </a:cubicBezTo>
                  <a:cubicBezTo>
                    <a:pt x="33373" y="14195"/>
                    <a:pt x="33657" y="14447"/>
                    <a:pt x="33924" y="14447"/>
                  </a:cubicBezTo>
                  <a:cubicBezTo>
                    <a:pt x="33951" y="14447"/>
                    <a:pt x="33978" y="14444"/>
                    <a:pt x="34005" y="14438"/>
                  </a:cubicBezTo>
                  <a:cubicBezTo>
                    <a:pt x="35722" y="14012"/>
                    <a:pt x="37511" y="13556"/>
                    <a:pt x="39299" y="13556"/>
                  </a:cubicBezTo>
                  <a:cubicBezTo>
                    <a:pt x="39805" y="13556"/>
                    <a:pt x="40311" y="13592"/>
                    <a:pt x="40815" y="13676"/>
                  </a:cubicBezTo>
                  <a:cubicBezTo>
                    <a:pt x="42590" y="13974"/>
                    <a:pt x="44280" y="14927"/>
                    <a:pt x="45209" y="16522"/>
                  </a:cubicBezTo>
                  <a:cubicBezTo>
                    <a:pt x="47376" y="20261"/>
                    <a:pt x="42756" y="23606"/>
                    <a:pt x="39506" y="24273"/>
                  </a:cubicBezTo>
                  <a:cubicBezTo>
                    <a:pt x="39086" y="24358"/>
                    <a:pt x="38650" y="24401"/>
                    <a:pt x="38213" y="24401"/>
                  </a:cubicBezTo>
                  <a:cubicBezTo>
                    <a:pt x="36558" y="24401"/>
                    <a:pt x="34878" y="23777"/>
                    <a:pt x="33898" y="22392"/>
                  </a:cubicBezTo>
                  <a:cubicBezTo>
                    <a:pt x="33817" y="22279"/>
                    <a:pt x="33680" y="22213"/>
                    <a:pt x="33547" y="22213"/>
                  </a:cubicBezTo>
                  <a:cubicBezTo>
                    <a:pt x="33427" y="22213"/>
                    <a:pt x="33311" y="22267"/>
                    <a:pt x="33243" y="22392"/>
                  </a:cubicBezTo>
                  <a:cubicBezTo>
                    <a:pt x="32005" y="24654"/>
                    <a:pt x="29778" y="26309"/>
                    <a:pt x="27290" y="26952"/>
                  </a:cubicBezTo>
                  <a:cubicBezTo>
                    <a:pt x="26561" y="27139"/>
                    <a:pt x="25818" y="27230"/>
                    <a:pt x="25075" y="27230"/>
                  </a:cubicBezTo>
                  <a:cubicBezTo>
                    <a:pt x="23271" y="27230"/>
                    <a:pt x="21476" y="26696"/>
                    <a:pt x="19932" y="25726"/>
                  </a:cubicBezTo>
                  <a:cubicBezTo>
                    <a:pt x="18717" y="24940"/>
                    <a:pt x="17670" y="23856"/>
                    <a:pt x="16943" y="22606"/>
                  </a:cubicBezTo>
                  <a:cubicBezTo>
                    <a:pt x="16873" y="22479"/>
                    <a:pt x="16718" y="22398"/>
                    <a:pt x="16567" y="22398"/>
                  </a:cubicBezTo>
                  <a:cubicBezTo>
                    <a:pt x="16463" y="22398"/>
                    <a:pt x="16361" y="22436"/>
                    <a:pt x="16289" y="22523"/>
                  </a:cubicBezTo>
                  <a:cubicBezTo>
                    <a:pt x="14967" y="24178"/>
                    <a:pt x="13241" y="25571"/>
                    <a:pt x="11228" y="26285"/>
                  </a:cubicBezTo>
                  <a:cubicBezTo>
                    <a:pt x="10267" y="26627"/>
                    <a:pt x="9256" y="26805"/>
                    <a:pt x="8246" y="26805"/>
                  </a:cubicBezTo>
                  <a:cubicBezTo>
                    <a:pt x="7178" y="26805"/>
                    <a:pt x="6112" y="26606"/>
                    <a:pt x="5109" y="26190"/>
                  </a:cubicBezTo>
                  <a:cubicBezTo>
                    <a:pt x="3227" y="25404"/>
                    <a:pt x="1775" y="23856"/>
                    <a:pt x="1227" y="21880"/>
                  </a:cubicBezTo>
                  <a:cubicBezTo>
                    <a:pt x="715" y="20022"/>
                    <a:pt x="1049" y="17963"/>
                    <a:pt x="2418" y="16558"/>
                  </a:cubicBezTo>
                  <a:cubicBezTo>
                    <a:pt x="3412" y="15539"/>
                    <a:pt x="4816" y="14918"/>
                    <a:pt x="6220" y="14918"/>
                  </a:cubicBezTo>
                  <a:cubicBezTo>
                    <a:pt x="6816" y="14918"/>
                    <a:pt x="7413" y="15030"/>
                    <a:pt x="7978" y="15272"/>
                  </a:cubicBezTo>
                  <a:cubicBezTo>
                    <a:pt x="8024" y="15290"/>
                    <a:pt x="8069" y="15299"/>
                    <a:pt x="8110" y="15299"/>
                  </a:cubicBezTo>
                  <a:cubicBezTo>
                    <a:pt x="8421" y="15299"/>
                    <a:pt x="8581" y="14836"/>
                    <a:pt x="8371" y="14605"/>
                  </a:cubicBezTo>
                  <a:cubicBezTo>
                    <a:pt x="6502" y="12569"/>
                    <a:pt x="6395" y="9259"/>
                    <a:pt x="7859" y="6961"/>
                  </a:cubicBezTo>
                  <a:cubicBezTo>
                    <a:pt x="8585" y="5842"/>
                    <a:pt x="9681" y="5033"/>
                    <a:pt x="10978" y="4699"/>
                  </a:cubicBezTo>
                  <a:cubicBezTo>
                    <a:pt x="11459" y="4577"/>
                    <a:pt x="11951" y="4518"/>
                    <a:pt x="12444" y="4518"/>
                  </a:cubicBezTo>
                  <a:cubicBezTo>
                    <a:pt x="13245" y="4518"/>
                    <a:pt x="14048" y="4673"/>
                    <a:pt x="14800" y="4961"/>
                  </a:cubicBezTo>
                  <a:cubicBezTo>
                    <a:pt x="16134" y="5461"/>
                    <a:pt x="17313" y="6461"/>
                    <a:pt x="17944" y="7783"/>
                  </a:cubicBezTo>
                  <a:cubicBezTo>
                    <a:pt x="18011" y="7918"/>
                    <a:pt x="18137" y="7975"/>
                    <a:pt x="18268" y="7975"/>
                  </a:cubicBezTo>
                  <a:cubicBezTo>
                    <a:pt x="18530" y="7975"/>
                    <a:pt x="18813" y="7747"/>
                    <a:pt x="18694" y="7461"/>
                  </a:cubicBezTo>
                  <a:cubicBezTo>
                    <a:pt x="18579" y="7178"/>
                    <a:pt x="18443" y="6908"/>
                    <a:pt x="18288" y="6653"/>
                  </a:cubicBezTo>
                  <a:lnTo>
                    <a:pt x="18288" y="6653"/>
                  </a:lnTo>
                  <a:cubicBezTo>
                    <a:pt x="18319" y="6619"/>
                    <a:pt x="18344" y="6575"/>
                    <a:pt x="18360" y="6521"/>
                  </a:cubicBezTo>
                  <a:cubicBezTo>
                    <a:pt x="19393" y="3191"/>
                    <a:pt x="22607" y="777"/>
                    <a:pt x="26087" y="777"/>
                  </a:cubicBezTo>
                  <a:close/>
                  <a:moveTo>
                    <a:pt x="26210" y="1"/>
                  </a:moveTo>
                  <a:cubicBezTo>
                    <a:pt x="24566" y="1"/>
                    <a:pt x="22940" y="514"/>
                    <a:pt x="21551" y="1413"/>
                  </a:cubicBezTo>
                  <a:cubicBezTo>
                    <a:pt x="19859" y="2507"/>
                    <a:pt x="18519" y="4126"/>
                    <a:pt x="17847" y="6025"/>
                  </a:cubicBezTo>
                  <a:lnTo>
                    <a:pt x="17847" y="6025"/>
                  </a:lnTo>
                  <a:cubicBezTo>
                    <a:pt x="16585" y="4462"/>
                    <a:pt x="14555" y="3603"/>
                    <a:pt x="12527" y="3603"/>
                  </a:cubicBezTo>
                  <a:cubicBezTo>
                    <a:pt x="12091" y="3603"/>
                    <a:pt x="11656" y="3642"/>
                    <a:pt x="11228" y="3723"/>
                  </a:cubicBezTo>
                  <a:cubicBezTo>
                    <a:pt x="9716" y="3997"/>
                    <a:pt x="8395" y="4842"/>
                    <a:pt x="7478" y="6068"/>
                  </a:cubicBezTo>
                  <a:cubicBezTo>
                    <a:pt x="6561" y="7295"/>
                    <a:pt x="6097" y="8843"/>
                    <a:pt x="6085" y="10367"/>
                  </a:cubicBezTo>
                  <a:cubicBezTo>
                    <a:pt x="6076" y="11688"/>
                    <a:pt x="6423" y="13031"/>
                    <a:pt x="7098" y="14175"/>
                  </a:cubicBezTo>
                  <a:lnTo>
                    <a:pt x="7098" y="14175"/>
                  </a:lnTo>
                  <a:cubicBezTo>
                    <a:pt x="6777" y="14116"/>
                    <a:pt x="6452" y="14087"/>
                    <a:pt x="6127" y="14087"/>
                  </a:cubicBezTo>
                  <a:cubicBezTo>
                    <a:pt x="4815" y="14087"/>
                    <a:pt x="3507" y="14555"/>
                    <a:pt x="2454" y="15379"/>
                  </a:cubicBezTo>
                  <a:cubicBezTo>
                    <a:pt x="715" y="16724"/>
                    <a:pt x="1" y="18939"/>
                    <a:pt x="287" y="21082"/>
                  </a:cubicBezTo>
                  <a:cubicBezTo>
                    <a:pt x="584" y="23309"/>
                    <a:pt x="1894" y="25273"/>
                    <a:pt x="3823" y="26428"/>
                  </a:cubicBezTo>
                  <a:cubicBezTo>
                    <a:pt x="5182" y="27238"/>
                    <a:pt x="6771" y="27644"/>
                    <a:pt x="8359" y="27644"/>
                  </a:cubicBezTo>
                  <a:cubicBezTo>
                    <a:pt x="9081" y="27644"/>
                    <a:pt x="9803" y="27560"/>
                    <a:pt x="10502" y="27392"/>
                  </a:cubicBezTo>
                  <a:cubicBezTo>
                    <a:pt x="12900" y="26823"/>
                    <a:pt x="14976" y="25378"/>
                    <a:pt x="16544" y="23519"/>
                  </a:cubicBezTo>
                  <a:lnTo>
                    <a:pt x="16544" y="23519"/>
                  </a:lnTo>
                  <a:cubicBezTo>
                    <a:pt x="18000" y="25670"/>
                    <a:pt x="20277" y="27235"/>
                    <a:pt x="22801" y="27833"/>
                  </a:cubicBezTo>
                  <a:cubicBezTo>
                    <a:pt x="23511" y="28003"/>
                    <a:pt x="24234" y="28084"/>
                    <a:pt x="24956" y="28084"/>
                  </a:cubicBezTo>
                  <a:cubicBezTo>
                    <a:pt x="27021" y="28084"/>
                    <a:pt x="29076" y="27416"/>
                    <a:pt x="30779" y="26226"/>
                  </a:cubicBezTo>
                  <a:cubicBezTo>
                    <a:pt x="31916" y="25425"/>
                    <a:pt x="32885" y="24420"/>
                    <a:pt x="33622" y="23243"/>
                  </a:cubicBezTo>
                  <a:lnTo>
                    <a:pt x="33622" y="23243"/>
                  </a:lnTo>
                  <a:cubicBezTo>
                    <a:pt x="34764" y="24509"/>
                    <a:pt x="36459" y="25175"/>
                    <a:pt x="38154" y="25175"/>
                  </a:cubicBezTo>
                  <a:cubicBezTo>
                    <a:pt x="38327" y="25175"/>
                    <a:pt x="38500" y="25168"/>
                    <a:pt x="38672" y="25154"/>
                  </a:cubicBezTo>
                  <a:cubicBezTo>
                    <a:pt x="40887" y="24987"/>
                    <a:pt x="43054" y="23880"/>
                    <a:pt x="44685" y="22404"/>
                  </a:cubicBezTo>
                  <a:cubicBezTo>
                    <a:pt x="45459" y="21689"/>
                    <a:pt x="46114" y="20820"/>
                    <a:pt x="46447" y="19808"/>
                  </a:cubicBezTo>
                  <a:cubicBezTo>
                    <a:pt x="46745" y="18868"/>
                    <a:pt x="46721" y="17832"/>
                    <a:pt x="46364" y="16903"/>
                  </a:cubicBezTo>
                  <a:cubicBezTo>
                    <a:pt x="45673" y="15058"/>
                    <a:pt x="43983" y="13653"/>
                    <a:pt x="42113" y="13081"/>
                  </a:cubicBezTo>
                  <a:cubicBezTo>
                    <a:pt x="41235" y="12815"/>
                    <a:pt x="40332" y="12709"/>
                    <a:pt x="39422" y="12709"/>
                  </a:cubicBezTo>
                  <a:cubicBezTo>
                    <a:pt x="37792" y="12709"/>
                    <a:pt x="36139" y="13050"/>
                    <a:pt x="34565" y="13426"/>
                  </a:cubicBezTo>
                  <a:lnTo>
                    <a:pt x="34565" y="13426"/>
                  </a:lnTo>
                  <a:cubicBezTo>
                    <a:pt x="35819" y="9659"/>
                    <a:pt x="35391" y="5129"/>
                    <a:pt x="32303" y="2366"/>
                  </a:cubicBezTo>
                  <a:cubicBezTo>
                    <a:pt x="30838" y="1068"/>
                    <a:pt x="28981" y="234"/>
                    <a:pt x="27028" y="44"/>
                  </a:cubicBezTo>
                  <a:cubicBezTo>
                    <a:pt x="26756" y="15"/>
                    <a:pt x="26483" y="1"/>
                    <a:pt x="262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8" name="Google Shape;1018;p35"/>
          <p:cNvGrpSpPr/>
          <p:nvPr/>
        </p:nvGrpSpPr>
        <p:grpSpPr>
          <a:xfrm>
            <a:off x="4832096" y="3723569"/>
            <a:ext cx="292431" cy="478567"/>
            <a:chOff x="2288921" y="3633819"/>
            <a:chExt cx="292431" cy="478567"/>
          </a:xfrm>
        </p:grpSpPr>
        <p:sp>
          <p:nvSpPr>
            <p:cNvPr id="1019" name="Google Shape;1019;p35"/>
            <p:cNvSpPr/>
            <p:nvPr/>
          </p:nvSpPr>
          <p:spPr>
            <a:xfrm>
              <a:off x="2288921" y="3633819"/>
              <a:ext cx="292431" cy="478567"/>
            </a:xfrm>
            <a:custGeom>
              <a:rect b="b" l="l" r="r" t="t"/>
              <a:pathLst>
                <a:path extrusionOk="0" h="27261" w="16658">
                  <a:moveTo>
                    <a:pt x="14371" y="1103"/>
                  </a:moveTo>
                  <a:cubicBezTo>
                    <a:pt x="14478" y="1627"/>
                    <a:pt x="14586" y="2151"/>
                    <a:pt x="14669" y="2686"/>
                  </a:cubicBezTo>
                  <a:cubicBezTo>
                    <a:pt x="14645" y="2675"/>
                    <a:pt x="14609" y="2663"/>
                    <a:pt x="14586" y="2663"/>
                  </a:cubicBezTo>
                  <a:cubicBezTo>
                    <a:pt x="14407" y="2603"/>
                    <a:pt x="14228" y="2555"/>
                    <a:pt x="14050" y="2508"/>
                  </a:cubicBezTo>
                  <a:cubicBezTo>
                    <a:pt x="13776" y="2436"/>
                    <a:pt x="13502" y="2365"/>
                    <a:pt x="13228" y="2305"/>
                  </a:cubicBezTo>
                  <a:cubicBezTo>
                    <a:pt x="13502" y="2020"/>
                    <a:pt x="13764" y="1722"/>
                    <a:pt x="14050" y="1436"/>
                  </a:cubicBezTo>
                  <a:cubicBezTo>
                    <a:pt x="14157" y="1329"/>
                    <a:pt x="14264" y="1222"/>
                    <a:pt x="14371" y="1103"/>
                  </a:cubicBezTo>
                  <a:close/>
                  <a:moveTo>
                    <a:pt x="12871" y="2710"/>
                  </a:moveTo>
                  <a:cubicBezTo>
                    <a:pt x="13193" y="2877"/>
                    <a:pt x="13526" y="2996"/>
                    <a:pt x="13859" y="3127"/>
                  </a:cubicBezTo>
                  <a:cubicBezTo>
                    <a:pt x="14026" y="3198"/>
                    <a:pt x="14193" y="3270"/>
                    <a:pt x="14359" y="3329"/>
                  </a:cubicBezTo>
                  <a:cubicBezTo>
                    <a:pt x="14502" y="3377"/>
                    <a:pt x="14657" y="3437"/>
                    <a:pt x="14800" y="3472"/>
                  </a:cubicBezTo>
                  <a:cubicBezTo>
                    <a:pt x="15181" y="5961"/>
                    <a:pt x="15312" y="8473"/>
                    <a:pt x="15181" y="10985"/>
                  </a:cubicBezTo>
                  <a:cubicBezTo>
                    <a:pt x="15086" y="12723"/>
                    <a:pt x="14848" y="14462"/>
                    <a:pt x="14478" y="16164"/>
                  </a:cubicBezTo>
                  <a:cubicBezTo>
                    <a:pt x="14383" y="16605"/>
                    <a:pt x="14276" y="17045"/>
                    <a:pt x="14157" y="17498"/>
                  </a:cubicBezTo>
                  <a:cubicBezTo>
                    <a:pt x="12788" y="17057"/>
                    <a:pt x="11430" y="16617"/>
                    <a:pt x="10049" y="16188"/>
                  </a:cubicBezTo>
                  <a:cubicBezTo>
                    <a:pt x="9371" y="15986"/>
                    <a:pt x="8680" y="15771"/>
                    <a:pt x="7990" y="15569"/>
                  </a:cubicBezTo>
                  <a:cubicBezTo>
                    <a:pt x="7394" y="15402"/>
                    <a:pt x="6763" y="15188"/>
                    <a:pt x="6132" y="15093"/>
                  </a:cubicBezTo>
                  <a:cubicBezTo>
                    <a:pt x="6704" y="12914"/>
                    <a:pt x="7525" y="10795"/>
                    <a:pt x="8585" y="8806"/>
                  </a:cubicBezTo>
                  <a:cubicBezTo>
                    <a:pt x="9752" y="6604"/>
                    <a:pt x="11216" y="4580"/>
                    <a:pt x="12871" y="2710"/>
                  </a:cubicBezTo>
                  <a:close/>
                  <a:moveTo>
                    <a:pt x="6001" y="15676"/>
                  </a:moveTo>
                  <a:cubicBezTo>
                    <a:pt x="6239" y="15795"/>
                    <a:pt x="6489" y="15879"/>
                    <a:pt x="6739" y="15974"/>
                  </a:cubicBezTo>
                  <a:cubicBezTo>
                    <a:pt x="7085" y="16093"/>
                    <a:pt x="7430" y="16224"/>
                    <a:pt x="7775" y="16343"/>
                  </a:cubicBezTo>
                  <a:cubicBezTo>
                    <a:pt x="8454" y="16581"/>
                    <a:pt x="9144" y="16807"/>
                    <a:pt x="9823" y="17033"/>
                  </a:cubicBezTo>
                  <a:cubicBezTo>
                    <a:pt x="11192" y="17474"/>
                    <a:pt x="12562" y="17903"/>
                    <a:pt x="13931" y="18343"/>
                  </a:cubicBezTo>
                  <a:cubicBezTo>
                    <a:pt x="13669" y="19296"/>
                    <a:pt x="13347" y="20236"/>
                    <a:pt x="12954" y="21117"/>
                  </a:cubicBezTo>
                  <a:cubicBezTo>
                    <a:pt x="12907" y="21236"/>
                    <a:pt x="12859" y="21355"/>
                    <a:pt x="12752" y="21415"/>
                  </a:cubicBezTo>
                  <a:cubicBezTo>
                    <a:pt x="12728" y="21427"/>
                    <a:pt x="12704" y="21439"/>
                    <a:pt x="12681" y="21451"/>
                  </a:cubicBezTo>
                  <a:cubicBezTo>
                    <a:pt x="12640" y="21463"/>
                    <a:pt x="12596" y="21468"/>
                    <a:pt x="12551" y="21468"/>
                  </a:cubicBezTo>
                  <a:cubicBezTo>
                    <a:pt x="12427" y="21468"/>
                    <a:pt x="12294" y="21429"/>
                    <a:pt x="12181" y="21403"/>
                  </a:cubicBezTo>
                  <a:cubicBezTo>
                    <a:pt x="11728" y="21308"/>
                    <a:pt x="11276" y="21189"/>
                    <a:pt x="10835" y="21082"/>
                  </a:cubicBezTo>
                  <a:cubicBezTo>
                    <a:pt x="9930" y="20843"/>
                    <a:pt x="9037" y="20605"/>
                    <a:pt x="8156" y="20331"/>
                  </a:cubicBezTo>
                  <a:cubicBezTo>
                    <a:pt x="7716" y="20201"/>
                    <a:pt x="7275" y="20058"/>
                    <a:pt x="6835" y="19915"/>
                  </a:cubicBezTo>
                  <a:cubicBezTo>
                    <a:pt x="6477" y="19796"/>
                    <a:pt x="6073" y="19712"/>
                    <a:pt x="5739" y="19534"/>
                  </a:cubicBezTo>
                  <a:cubicBezTo>
                    <a:pt x="5692" y="19427"/>
                    <a:pt x="5608" y="19331"/>
                    <a:pt x="5477" y="19308"/>
                  </a:cubicBezTo>
                  <a:cubicBezTo>
                    <a:pt x="5382" y="19105"/>
                    <a:pt x="5430" y="18831"/>
                    <a:pt x="5465" y="18593"/>
                  </a:cubicBezTo>
                  <a:cubicBezTo>
                    <a:pt x="5513" y="18224"/>
                    <a:pt x="5561" y="17843"/>
                    <a:pt x="5632" y="17474"/>
                  </a:cubicBezTo>
                  <a:cubicBezTo>
                    <a:pt x="5727" y="16879"/>
                    <a:pt x="5858" y="16271"/>
                    <a:pt x="6001" y="15676"/>
                  </a:cubicBezTo>
                  <a:close/>
                  <a:moveTo>
                    <a:pt x="5275" y="14926"/>
                  </a:moveTo>
                  <a:cubicBezTo>
                    <a:pt x="5120" y="15545"/>
                    <a:pt x="4965" y="16176"/>
                    <a:pt x="4858" y="16807"/>
                  </a:cubicBezTo>
                  <a:cubicBezTo>
                    <a:pt x="4775" y="17212"/>
                    <a:pt x="4715" y="17617"/>
                    <a:pt x="4656" y="18034"/>
                  </a:cubicBezTo>
                  <a:cubicBezTo>
                    <a:pt x="4596" y="18450"/>
                    <a:pt x="4501" y="18879"/>
                    <a:pt x="4561" y="19296"/>
                  </a:cubicBezTo>
                  <a:cubicBezTo>
                    <a:pt x="4572" y="19367"/>
                    <a:pt x="4596" y="19415"/>
                    <a:pt x="4608" y="19486"/>
                  </a:cubicBezTo>
                  <a:cubicBezTo>
                    <a:pt x="3239" y="19903"/>
                    <a:pt x="1977" y="20677"/>
                    <a:pt x="917" y="21641"/>
                  </a:cubicBezTo>
                  <a:cubicBezTo>
                    <a:pt x="1048" y="20189"/>
                    <a:pt x="1465" y="18760"/>
                    <a:pt x="2263" y="17534"/>
                  </a:cubicBezTo>
                  <a:cubicBezTo>
                    <a:pt x="2679" y="16867"/>
                    <a:pt x="3215" y="16271"/>
                    <a:pt x="3834" y="15795"/>
                  </a:cubicBezTo>
                  <a:cubicBezTo>
                    <a:pt x="4287" y="15438"/>
                    <a:pt x="4775" y="15188"/>
                    <a:pt x="5275" y="14926"/>
                  </a:cubicBezTo>
                  <a:close/>
                  <a:moveTo>
                    <a:pt x="6728" y="20808"/>
                  </a:moveTo>
                  <a:lnTo>
                    <a:pt x="6728" y="20808"/>
                  </a:lnTo>
                  <a:cubicBezTo>
                    <a:pt x="7585" y="21082"/>
                    <a:pt x="8442" y="21344"/>
                    <a:pt x="9311" y="21582"/>
                  </a:cubicBezTo>
                  <a:cubicBezTo>
                    <a:pt x="9942" y="21760"/>
                    <a:pt x="10585" y="21951"/>
                    <a:pt x="11228" y="22106"/>
                  </a:cubicBezTo>
                  <a:cubicBezTo>
                    <a:pt x="10883" y="22570"/>
                    <a:pt x="10549" y="23058"/>
                    <a:pt x="10168" y="23487"/>
                  </a:cubicBezTo>
                  <a:cubicBezTo>
                    <a:pt x="10098" y="23573"/>
                    <a:pt x="10043" y="23602"/>
                    <a:pt x="9966" y="23602"/>
                  </a:cubicBezTo>
                  <a:cubicBezTo>
                    <a:pt x="9926" y="23602"/>
                    <a:pt x="9880" y="23594"/>
                    <a:pt x="9823" y="23582"/>
                  </a:cubicBezTo>
                  <a:cubicBezTo>
                    <a:pt x="9633" y="23534"/>
                    <a:pt x="9442" y="23487"/>
                    <a:pt x="9240" y="23451"/>
                  </a:cubicBezTo>
                  <a:lnTo>
                    <a:pt x="8121" y="23189"/>
                  </a:lnTo>
                  <a:cubicBezTo>
                    <a:pt x="7775" y="23118"/>
                    <a:pt x="7418" y="23046"/>
                    <a:pt x="7073" y="22951"/>
                  </a:cubicBezTo>
                  <a:cubicBezTo>
                    <a:pt x="6989" y="22927"/>
                    <a:pt x="6847" y="22903"/>
                    <a:pt x="6787" y="22820"/>
                  </a:cubicBezTo>
                  <a:cubicBezTo>
                    <a:pt x="6739" y="22737"/>
                    <a:pt x="6775" y="22534"/>
                    <a:pt x="6775" y="22439"/>
                  </a:cubicBezTo>
                  <a:cubicBezTo>
                    <a:pt x="6763" y="21915"/>
                    <a:pt x="6775" y="21355"/>
                    <a:pt x="6728" y="20808"/>
                  </a:cubicBezTo>
                  <a:close/>
                  <a:moveTo>
                    <a:pt x="15074" y="17426"/>
                  </a:moveTo>
                  <a:cubicBezTo>
                    <a:pt x="15645" y="18748"/>
                    <a:pt x="15800" y="20260"/>
                    <a:pt x="15752" y="21677"/>
                  </a:cubicBezTo>
                  <a:cubicBezTo>
                    <a:pt x="15705" y="22963"/>
                    <a:pt x="15443" y="24272"/>
                    <a:pt x="14967" y="25475"/>
                  </a:cubicBezTo>
                  <a:cubicBezTo>
                    <a:pt x="14764" y="24201"/>
                    <a:pt x="14276" y="22963"/>
                    <a:pt x="13502" y="21915"/>
                  </a:cubicBezTo>
                  <a:cubicBezTo>
                    <a:pt x="13728" y="21653"/>
                    <a:pt x="13836" y="21296"/>
                    <a:pt x="13955" y="20974"/>
                  </a:cubicBezTo>
                  <a:cubicBezTo>
                    <a:pt x="14300" y="20105"/>
                    <a:pt x="14586" y="19212"/>
                    <a:pt x="14848" y="18319"/>
                  </a:cubicBezTo>
                  <a:cubicBezTo>
                    <a:pt x="14931" y="18022"/>
                    <a:pt x="15002" y="17724"/>
                    <a:pt x="15074" y="17426"/>
                  </a:cubicBezTo>
                  <a:close/>
                  <a:moveTo>
                    <a:pt x="14712" y="1"/>
                  </a:moveTo>
                  <a:cubicBezTo>
                    <a:pt x="14476" y="1"/>
                    <a:pt x="14227" y="182"/>
                    <a:pt x="14240" y="472"/>
                  </a:cubicBezTo>
                  <a:cubicBezTo>
                    <a:pt x="11776" y="2401"/>
                    <a:pt x="9787" y="4913"/>
                    <a:pt x="8240" y="7628"/>
                  </a:cubicBezTo>
                  <a:cubicBezTo>
                    <a:pt x="7085" y="9652"/>
                    <a:pt x="6156" y="11830"/>
                    <a:pt x="5513" y="14069"/>
                  </a:cubicBezTo>
                  <a:cubicBezTo>
                    <a:pt x="4739" y="14176"/>
                    <a:pt x="3989" y="14605"/>
                    <a:pt x="3382" y="15057"/>
                  </a:cubicBezTo>
                  <a:cubicBezTo>
                    <a:pt x="2656" y="15605"/>
                    <a:pt x="2036" y="16260"/>
                    <a:pt x="1548" y="17010"/>
                  </a:cubicBezTo>
                  <a:cubicBezTo>
                    <a:pt x="429" y="18700"/>
                    <a:pt x="12" y="20736"/>
                    <a:pt x="0" y="22725"/>
                  </a:cubicBezTo>
                  <a:cubicBezTo>
                    <a:pt x="0" y="22978"/>
                    <a:pt x="224" y="23158"/>
                    <a:pt x="450" y="23158"/>
                  </a:cubicBezTo>
                  <a:cubicBezTo>
                    <a:pt x="553" y="23158"/>
                    <a:pt x="656" y="23120"/>
                    <a:pt x="739" y="23034"/>
                  </a:cubicBezTo>
                  <a:cubicBezTo>
                    <a:pt x="1953" y="21713"/>
                    <a:pt x="3465" y="20808"/>
                    <a:pt x="5132" y="20189"/>
                  </a:cubicBezTo>
                  <a:cubicBezTo>
                    <a:pt x="5382" y="20355"/>
                    <a:pt x="5692" y="20474"/>
                    <a:pt x="6001" y="20582"/>
                  </a:cubicBezTo>
                  <a:cubicBezTo>
                    <a:pt x="5966" y="20891"/>
                    <a:pt x="5966" y="21201"/>
                    <a:pt x="5954" y="21510"/>
                  </a:cubicBezTo>
                  <a:cubicBezTo>
                    <a:pt x="5942" y="21951"/>
                    <a:pt x="5882" y="22415"/>
                    <a:pt x="5930" y="22856"/>
                  </a:cubicBezTo>
                  <a:cubicBezTo>
                    <a:pt x="6025" y="23796"/>
                    <a:pt x="7156" y="23868"/>
                    <a:pt x="7894" y="24046"/>
                  </a:cubicBezTo>
                  <a:cubicBezTo>
                    <a:pt x="8359" y="24141"/>
                    <a:pt x="8811" y="24249"/>
                    <a:pt x="9275" y="24356"/>
                  </a:cubicBezTo>
                  <a:cubicBezTo>
                    <a:pt x="9516" y="24409"/>
                    <a:pt x="9761" y="24474"/>
                    <a:pt x="10001" y="24474"/>
                  </a:cubicBezTo>
                  <a:cubicBezTo>
                    <a:pt x="10188" y="24474"/>
                    <a:pt x="10372" y="24435"/>
                    <a:pt x="10549" y="24320"/>
                  </a:cubicBezTo>
                  <a:cubicBezTo>
                    <a:pt x="10895" y="24094"/>
                    <a:pt x="11133" y="23665"/>
                    <a:pt x="11383" y="23344"/>
                  </a:cubicBezTo>
                  <a:cubicBezTo>
                    <a:pt x="11645" y="22998"/>
                    <a:pt x="11907" y="22653"/>
                    <a:pt x="12169" y="22308"/>
                  </a:cubicBezTo>
                  <a:cubicBezTo>
                    <a:pt x="12303" y="22325"/>
                    <a:pt x="12438" y="22342"/>
                    <a:pt x="12573" y="22342"/>
                  </a:cubicBezTo>
                  <a:cubicBezTo>
                    <a:pt x="12629" y="22342"/>
                    <a:pt x="12684" y="22339"/>
                    <a:pt x="12740" y="22332"/>
                  </a:cubicBezTo>
                  <a:cubicBezTo>
                    <a:pt x="13740" y="23653"/>
                    <a:pt x="14348" y="25213"/>
                    <a:pt x="14336" y="26892"/>
                  </a:cubicBezTo>
                  <a:cubicBezTo>
                    <a:pt x="14328" y="27119"/>
                    <a:pt x="14524" y="27261"/>
                    <a:pt x="14718" y="27261"/>
                  </a:cubicBezTo>
                  <a:cubicBezTo>
                    <a:pt x="14838" y="27261"/>
                    <a:pt x="14958" y="27206"/>
                    <a:pt x="15026" y="27082"/>
                  </a:cubicBezTo>
                  <a:cubicBezTo>
                    <a:pt x="15991" y="25415"/>
                    <a:pt x="16550" y="23558"/>
                    <a:pt x="16622" y="21629"/>
                  </a:cubicBezTo>
                  <a:cubicBezTo>
                    <a:pt x="16657" y="20677"/>
                    <a:pt x="16562" y="19712"/>
                    <a:pt x="16336" y="18784"/>
                  </a:cubicBezTo>
                  <a:cubicBezTo>
                    <a:pt x="16145" y="17974"/>
                    <a:pt x="15848" y="17176"/>
                    <a:pt x="15288" y="16557"/>
                  </a:cubicBezTo>
                  <a:cubicBezTo>
                    <a:pt x="15562" y="15331"/>
                    <a:pt x="15764" y="14093"/>
                    <a:pt x="15907" y="12842"/>
                  </a:cubicBezTo>
                  <a:cubicBezTo>
                    <a:pt x="16324" y="9116"/>
                    <a:pt x="16110" y="5342"/>
                    <a:pt x="15395" y="1663"/>
                  </a:cubicBezTo>
                  <a:cubicBezTo>
                    <a:pt x="15300" y="1210"/>
                    <a:pt x="15205" y="770"/>
                    <a:pt x="15098" y="317"/>
                  </a:cubicBezTo>
                  <a:cubicBezTo>
                    <a:pt x="15047" y="97"/>
                    <a:pt x="14883" y="1"/>
                    <a:pt x="147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5"/>
            <p:cNvSpPr/>
            <p:nvPr/>
          </p:nvSpPr>
          <p:spPr>
            <a:xfrm>
              <a:off x="2443590" y="3774972"/>
              <a:ext cx="97834" cy="90794"/>
            </a:xfrm>
            <a:custGeom>
              <a:rect b="b" l="l" r="r" t="t"/>
              <a:pathLst>
                <a:path extrusionOk="0" h="5172" w="5573">
                  <a:moveTo>
                    <a:pt x="2750" y="718"/>
                  </a:moveTo>
                  <a:cubicBezTo>
                    <a:pt x="3358" y="730"/>
                    <a:pt x="3905" y="1015"/>
                    <a:pt x="4239" y="1563"/>
                  </a:cubicBezTo>
                  <a:cubicBezTo>
                    <a:pt x="4608" y="2206"/>
                    <a:pt x="4536" y="3111"/>
                    <a:pt x="4036" y="3670"/>
                  </a:cubicBezTo>
                  <a:cubicBezTo>
                    <a:pt x="3673" y="4091"/>
                    <a:pt x="3118" y="4335"/>
                    <a:pt x="2569" y="4335"/>
                  </a:cubicBezTo>
                  <a:cubicBezTo>
                    <a:pt x="2434" y="4335"/>
                    <a:pt x="2299" y="4320"/>
                    <a:pt x="2167" y="4289"/>
                  </a:cubicBezTo>
                  <a:cubicBezTo>
                    <a:pt x="1798" y="4206"/>
                    <a:pt x="1465" y="4016"/>
                    <a:pt x="1250" y="3706"/>
                  </a:cubicBezTo>
                  <a:cubicBezTo>
                    <a:pt x="1000" y="3337"/>
                    <a:pt x="953" y="2861"/>
                    <a:pt x="1024" y="2420"/>
                  </a:cubicBezTo>
                  <a:cubicBezTo>
                    <a:pt x="1107" y="1944"/>
                    <a:pt x="1322" y="1480"/>
                    <a:pt x="1679" y="1146"/>
                  </a:cubicBezTo>
                  <a:cubicBezTo>
                    <a:pt x="1857" y="991"/>
                    <a:pt x="2072" y="872"/>
                    <a:pt x="2298" y="801"/>
                  </a:cubicBezTo>
                  <a:cubicBezTo>
                    <a:pt x="2441" y="753"/>
                    <a:pt x="2596" y="730"/>
                    <a:pt x="2750" y="718"/>
                  </a:cubicBezTo>
                  <a:close/>
                  <a:moveTo>
                    <a:pt x="2924" y="0"/>
                  </a:moveTo>
                  <a:cubicBezTo>
                    <a:pt x="2656" y="0"/>
                    <a:pt x="2391" y="50"/>
                    <a:pt x="2143" y="158"/>
                  </a:cubicBezTo>
                  <a:cubicBezTo>
                    <a:pt x="2119" y="170"/>
                    <a:pt x="2108" y="194"/>
                    <a:pt x="2084" y="218"/>
                  </a:cubicBezTo>
                  <a:cubicBezTo>
                    <a:pt x="1857" y="265"/>
                    <a:pt x="1643" y="360"/>
                    <a:pt x="1465" y="468"/>
                  </a:cubicBezTo>
                  <a:cubicBezTo>
                    <a:pt x="965" y="777"/>
                    <a:pt x="619" y="1277"/>
                    <a:pt x="417" y="1825"/>
                  </a:cubicBezTo>
                  <a:cubicBezTo>
                    <a:pt x="0" y="2980"/>
                    <a:pt x="333" y="4349"/>
                    <a:pt x="1488" y="4909"/>
                  </a:cubicBezTo>
                  <a:cubicBezTo>
                    <a:pt x="1854" y="5087"/>
                    <a:pt x="2247" y="5172"/>
                    <a:pt x="2637" y="5172"/>
                  </a:cubicBezTo>
                  <a:cubicBezTo>
                    <a:pt x="3289" y="5172"/>
                    <a:pt x="3935" y="4936"/>
                    <a:pt x="4441" y="4504"/>
                  </a:cubicBezTo>
                  <a:cubicBezTo>
                    <a:pt x="5310" y="3766"/>
                    <a:pt x="5572" y="2456"/>
                    <a:pt x="5132" y="1420"/>
                  </a:cubicBezTo>
                  <a:cubicBezTo>
                    <a:pt x="4772" y="582"/>
                    <a:pt x="3836" y="0"/>
                    <a:pt x="29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1" name="Google Shape;1021;p35"/>
          <p:cNvSpPr/>
          <p:nvPr/>
        </p:nvSpPr>
        <p:spPr>
          <a:xfrm>
            <a:off x="4841752" y="2132184"/>
            <a:ext cx="12131" cy="9427"/>
          </a:xfrm>
          <a:custGeom>
            <a:rect b="b" l="l" r="r" t="t"/>
            <a:pathLst>
              <a:path extrusionOk="0" h="537" w="691">
                <a:moveTo>
                  <a:pt x="346" y="0"/>
                </a:moveTo>
                <a:cubicBezTo>
                  <a:pt x="0" y="0"/>
                  <a:pt x="0" y="536"/>
                  <a:pt x="346" y="536"/>
                </a:cubicBezTo>
                <a:cubicBezTo>
                  <a:pt x="691" y="536"/>
                  <a:pt x="691" y="0"/>
                  <a:pt x="34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2" name="Google Shape;1022;p35"/>
          <p:cNvGrpSpPr/>
          <p:nvPr/>
        </p:nvGrpSpPr>
        <p:grpSpPr>
          <a:xfrm>
            <a:off x="5222552" y="2992150"/>
            <a:ext cx="2077798" cy="429600"/>
            <a:chOff x="5298752" y="3220750"/>
            <a:chExt cx="2077798" cy="429600"/>
          </a:xfrm>
        </p:grpSpPr>
        <p:grpSp>
          <p:nvGrpSpPr>
            <p:cNvPr id="1023" name="Google Shape;1023;p35"/>
            <p:cNvGrpSpPr/>
            <p:nvPr/>
          </p:nvGrpSpPr>
          <p:grpSpPr>
            <a:xfrm>
              <a:off x="5298752" y="3255202"/>
              <a:ext cx="361808" cy="360669"/>
              <a:chOff x="5514877" y="2912977"/>
              <a:chExt cx="361808" cy="360669"/>
            </a:xfrm>
          </p:grpSpPr>
          <p:grpSp>
            <p:nvGrpSpPr>
              <p:cNvPr id="1024" name="Google Shape;1024;p35"/>
              <p:cNvGrpSpPr/>
              <p:nvPr/>
            </p:nvGrpSpPr>
            <p:grpSpPr>
              <a:xfrm>
                <a:off x="5514877" y="2912977"/>
                <a:ext cx="361808" cy="360669"/>
                <a:chOff x="5514877" y="2912977"/>
                <a:chExt cx="361808" cy="360669"/>
              </a:xfrm>
            </p:grpSpPr>
            <p:sp>
              <p:nvSpPr>
                <p:cNvPr id="1025" name="Google Shape;1025;p35"/>
                <p:cNvSpPr/>
                <p:nvPr/>
              </p:nvSpPr>
              <p:spPr>
                <a:xfrm>
                  <a:off x="5607457" y="3235990"/>
                  <a:ext cx="70044" cy="36392"/>
                </a:xfrm>
                <a:custGeom>
                  <a:rect b="b" l="l" r="r" t="t"/>
                  <a:pathLst>
                    <a:path extrusionOk="0" h="2073" w="3990">
                      <a:moveTo>
                        <a:pt x="676" y="0"/>
                      </a:moveTo>
                      <a:cubicBezTo>
                        <a:pt x="456" y="0"/>
                        <a:pt x="246" y="119"/>
                        <a:pt x="144" y="323"/>
                      </a:cubicBezTo>
                      <a:cubicBezTo>
                        <a:pt x="1" y="620"/>
                        <a:pt x="120" y="977"/>
                        <a:pt x="406" y="1120"/>
                      </a:cubicBezTo>
                      <a:cubicBezTo>
                        <a:pt x="1299" y="1573"/>
                        <a:pt x="2263" y="1882"/>
                        <a:pt x="3239" y="2061"/>
                      </a:cubicBezTo>
                      <a:cubicBezTo>
                        <a:pt x="3275" y="2061"/>
                        <a:pt x="3311" y="2073"/>
                        <a:pt x="3347" y="2073"/>
                      </a:cubicBezTo>
                      <a:cubicBezTo>
                        <a:pt x="3632" y="2073"/>
                        <a:pt x="3882" y="1870"/>
                        <a:pt x="3930" y="1573"/>
                      </a:cubicBezTo>
                      <a:cubicBezTo>
                        <a:pt x="3990" y="1251"/>
                        <a:pt x="3763" y="954"/>
                        <a:pt x="3442" y="894"/>
                      </a:cubicBezTo>
                      <a:cubicBezTo>
                        <a:pt x="2573" y="739"/>
                        <a:pt x="1727" y="465"/>
                        <a:pt x="942" y="61"/>
                      </a:cubicBezTo>
                      <a:cubicBezTo>
                        <a:pt x="856" y="20"/>
                        <a:pt x="765" y="0"/>
                        <a:pt x="67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6" name="Google Shape;1026;p35"/>
                <p:cNvSpPr/>
                <p:nvPr/>
              </p:nvSpPr>
              <p:spPr>
                <a:xfrm>
                  <a:off x="5514877" y="3073790"/>
                  <a:ext cx="26350" cy="69851"/>
                </a:xfrm>
                <a:custGeom>
                  <a:rect b="b" l="l" r="r" t="t"/>
                  <a:pathLst>
                    <a:path extrusionOk="0" h="3979" w="1501">
                      <a:moveTo>
                        <a:pt x="600" y="0"/>
                      </a:moveTo>
                      <a:cubicBezTo>
                        <a:pt x="286" y="0"/>
                        <a:pt x="35" y="242"/>
                        <a:pt x="12" y="550"/>
                      </a:cubicBezTo>
                      <a:cubicBezTo>
                        <a:pt x="0" y="752"/>
                        <a:pt x="0" y="942"/>
                        <a:pt x="0" y="1145"/>
                      </a:cubicBezTo>
                      <a:cubicBezTo>
                        <a:pt x="0" y="1954"/>
                        <a:pt x="96" y="2752"/>
                        <a:pt x="274" y="3526"/>
                      </a:cubicBezTo>
                      <a:cubicBezTo>
                        <a:pt x="334" y="3800"/>
                        <a:pt x="584" y="3979"/>
                        <a:pt x="846" y="3979"/>
                      </a:cubicBezTo>
                      <a:cubicBezTo>
                        <a:pt x="893" y="3979"/>
                        <a:pt x="941" y="3979"/>
                        <a:pt x="989" y="3967"/>
                      </a:cubicBezTo>
                      <a:cubicBezTo>
                        <a:pt x="1298" y="3895"/>
                        <a:pt x="1501" y="3574"/>
                        <a:pt x="1429" y="3252"/>
                      </a:cubicBezTo>
                      <a:cubicBezTo>
                        <a:pt x="1263" y="2574"/>
                        <a:pt x="1179" y="1859"/>
                        <a:pt x="1179" y="1145"/>
                      </a:cubicBezTo>
                      <a:cubicBezTo>
                        <a:pt x="1179" y="966"/>
                        <a:pt x="1179" y="788"/>
                        <a:pt x="1191" y="621"/>
                      </a:cubicBezTo>
                      <a:cubicBezTo>
                        <a:pt x="1215" y="300"/>
                        <a:pt x="965" y="14"/>
                        <a:pt x="643" y="2"/>
                      </a:cubicBezTo>
                      <a:cubicBezTo>
                        <a:pt x="629" y="1"/>
                        <a:pt x="614" y="0"/>
                        <a:pt x="60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7" name="Google Shape;1027;p35"/>
                <p:cNvSpPr/>
                <p:nvPr/>
              </p:nvSpPr>
              <p:spPr>
                <a:xfrm>
                  <a:off x="5536187" y="3168934"/>
                  <a:ext cx="54157" cy="59353"/>
                </a:xfrm>
                <a:custGeom>
                  <a:rect b="b" l="l" r="r" t="t"/>
                  <a:pathLst>
                    <a:path extrusionOk="0" h="3381" w="3085">
                      <a:moveTo>
                        <a:pt x="682" y="1"/>
                      </a:moveTo>
                      <a:cubicBezTo>
                        <a:pt x="580" y="1"/>
                        <a:pt x="477" y="27"/>
                        <a:pt x="382" y="83"/>
                      </a:cubicBezTo>
                      <a:cubicBezTo>
                        <a:pt x="96" y="237"/>
                        <a:pt x="1" y="606"/>
                        <a:pt x="168" y="880"/>
                      </a:cubicBezTo>
                      <a:cubicBezTo>
                        <a:pt x="668" y="1749"/>
                        <a:pt x="1287" y="2535"/>
                        <a:pt x="2025" y="3226"/>
                      </a:cubicBezTo>
                      <a:cubicBezTo>
                        <a:pt x="2132" y="3333"/>
                        <a:pt x="2275" y="3381"/>
                        <a:pt x="2430" y="3381"/>
                      </a:cubicBezTo>
                      <a:cubicBezTo>
                        <a:pt x="2585" y="3381"/>
                        <a:pt x="2739" y="3321"/>
                        <a:pt x="2858" y="3202"/>
                      </a:cubicBezTo>
                      <a:cubicBezTo>
                        <a:pt x="3085" y="2964"/>
                        <a:pt x="3073" y="2595"/>
                        <a:pt x="2835" y="2369"/>
                      </a:cubicBezTo>
                      <a:cubicBezTo>
                        <a:pt x="2180" y="1761"/>
                        <a:pt x="1632" y="1059"/>
                        <a:pt x="1192" y="297"/>
                      </a:cubicBezTo>
                      <a:cubicBezTo>
                        <a:pt x="1080" y="106"/>
                        <a:pt x="885" y="1"/>
                        <a:pt x="68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8" name="Google Shape;1028;p35"/>
                <p:cNvSpPr/>
                <p:nvPr/>
              </p:nvSpPr>
              <p:spPr>
                <a:xfrm>
                  <a:off x="5836326" y="3006786"/>
                  <a:ext cx="38674" cy="67675"/>
                </a:xfrm>
                <a:custGeom>
                  <a:rect b="b" l="l" r="r" t="t"/>
                  <a:pathLst>
                    <a:path extrusionOk="0" h="3855" w="2203">
                      <a:moveTo>
                        <a:pt x="678" y="0"/>
                      </a:moveTo>
                      <a:cubicBezTo>
                        <a:pt x="587" y="0"/>
                        <a:pt x="494" y="22"/>
                        <a:pt x="405" y="68"/>
                      </a:cubicBezTo>
                      <a:cubicBezTo>
                        <a:pt x="119" y="211"/>
                        <a:pt x="0" y="568"/>
                        <a:pt x="143" y="854"/>
                      </a:cubicBezTo>
                      <a:cubicBezTo>
                        <a:pt x="548" y="1652"/>
                        <a:pt x="822" y="2497"/>
                        <a:pt x="977" y="3366"/>
                      </a:cubicBezTo>
                      <a:cubicBezTo>
                        <a:pt x="1024" y="3652"/>
                        <a:pt x="1274" y="3855"/>
                        <a:pt x="1560" y="3855"/>
                      </a:cubicBezTo>
                      <a:cubicBezTo>
                        <a:pt x="1596" y="3855"/>
                        <a:pt x="1631" y="3855"/>
                        <a:pt x="1667" y="3843"/>
                      </a:cubicBezTo>
                      <a:cubicBezTo>
                        <a:pt x="1989" y="3795"/>
                        <a:pt x="2203" y="3485"/>
                        <a:pt x="2143" y="3164"/>
                      </a:cubicBezTo>
                      <a:cubicBezTo>
                        <a:pt x="1965" y="2176"/>
                        <a:pt x="1655" y="1223"/>
                        <a:pt x="1203" y="330"/>
                      </a:cubicBezTo>
                      <a:cubicBezTo>
                        <a:pt x="1094" y="121"/>
                        <a:pt x="892" y="0"/>
                        <a:pt x="67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9" name="Google Shape;1029;p35"/>
                <p:cNvSpPr/>
                <p:nvPr/>
              </p:nvSpPr>
              <p:spPr>
                <a:xfrm>
                  <a:off x="5523654" y="2981771"/>
                  <a:ext cx="47047" cy="64269"/>
                </a:xfrm>
                <a:custGeom>
                  <a:rect b="b" l="l" r="r" t="t"/>
                  <a:pathLst>
                    <a:path extrusionOk="0" h="3661" w="2680">
                      <a:moveTo>
                        <a:pt x="2014" y="1"/>
                      </a:moveTo>
                      <a:cubicBezTo>
                        <a:pt x="1832" y="1"/>
                        <a:pt x="1651" y="85"/>
                        <a:pt x="1536" y="243"/>
                      </a:cubicBezTo>
                      <a:cubicBezTo>
                        <a:pt x="929" y="1041"/>
                        <a:pt x="453" y="1922"/>
                        <a:pt x="120" y="2863"/>
                      </a:cubicBezTo>
                      <a:cubicBezTo>
                        <a:pt x="1" y="3172"/>
                        <a:pt x="155" y="3517"/>
                        <a:pt x="465" y="3625"/>
                      </a:cubicBezTo>
                      <a:cubicBezTo>
                        <a:pt x="536" y="3648"/>
                        <a:pt x="608" y="3660"/>
                        <a:pt x="667" y="3660"/>
                      </a:cubicBezTo>
                      <a:cubicBezTo>
                        <a:pt x="905" y="3660"/>
                        <a:pt x="1132" y="3517"/>
                        <a:pt x="1227" y="3267"/>
                      </a:cubicBezTo>
                      <a:cubicBezTo>
                        <a:pt x="1525" y="2434"/>
                        <a:pt x="1953" y="1660"/>
                        <a:pt x="2477" y="946"/>
                      </a:cubicBezTo>
                      <a:cubicBezTo>
                        <a:pt x="2679" y="684"/>
                        <a:pt x="2620" y="315"/>
                        <a:pt x="2358" y="112"/>
                      </a:cubicBezTo>
                      <a:cubicBezTo>
                        <a:pt x="2254" y="37"/>
                        <a:pt x="2134" y="1"/>
                        <a:pt x="201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0" name="Google Shape;1030;p35"/>
                <p:cNvSpPr/>
                <p:nvPr/>
              </p:nvSpPr>
              <p:spPr>
                <a:xfrm>
                  <a:off x="5581968" y="2923246"/>
                  <a:ext cx="67113" cy="44203"/>
                </a:xfrm>
                <a:custGeom>
                  <a:rect b="b" l="l" r="r" t="t"/>
                  <a:pathLst>
                    <a:path extrusionOk="0" h="2518" w="3823">
                      <a:moveTo>
                        <a:pt x="3161" y="1"/>
                      </a:moveTo>
                      <a:cubicBezTo>
                        <a:pt x="3092" y="1"/>
                        <a:pt x="3021" y="14"/>
                        <a:pt x="2953" y="41"/>
                      </a:cubicBezTo>
                      <a:cubicBezTo>
                        <a:pt x="2013" y="374"/>
                        <a:pt x="1120" y="863"/>
                        <a:pt x="322" y="1458"/>
                      </a:cubicBezTo>
                      <a:cubicBezTo>
                        <a:pt x="60" y="1648"/>
                        <a:pt x="0" y="2029"/>
                        <a:pt x="203" y="2279"/>
                      </a:cubicBezTo>
                      <a:cubicBezTo>
                        <a:pt x="322" y="2446"/>
                        <a:pt x="500" y="2518"/>
                        <a:pt x="679" y="2518"/>
                      </a:cubicBezTo>
                      <a:cubicBezTo>
                        <a:pt x="798" y="2518"/>
                        <a:pt x="917" y="2482"/>
                        <a:pt x="1024" y="2410"/>
                      </a:cubicBezTo>
                      <a:cubicBezTo>
                        <a:pt x="1739" y="1875"/>
                        <a:pt x="2524" y="1446"/>
                        <a:pt x="3358" y="1148"/>
                      </a:cubicBezTo>
                      <a:cubicBezTo>
                        <a:pt x="3656" y="1029"/>
                        <a:pt x="3822" y="696"/>
                        <a:pt x="3703" y="386"/>
                      </a:cubicBezTo>
                      <a:cubicBezTo>
                        <a:pt x="3621" y="148"/>
                        <a:pt x="3396" y="1"/>
                        <a:pt x="316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1" name="Google Shape;1031;p35"/>
                <p:cNvSpPr/>
                <p:nvPr/>
              </p:nvSpPr>
              <p:spPr>
                <a:xfrm>
                  <a:off x="5674970" y="2912977"/>
                  <a:ext cx="71291" cy="25209"/>
                </a:xfrm>
                <a:custGeom>
                  <a:rect b="b" l="l" r="r" t="t"/>
                  <a:pathLst>
                    <a:path extrusionOk="0" h="1436" w="4061">
                      <a:moveTo>
                        <a:pt x="1203" y="0"/>
                      </a:moveTo>
                      <a:cubicBezTo>
                        <a:pt x="993" y="0"/>
                        <a:pt x="783" y="6"/>
                        <a:pt x="572" y="19"/>
                      </a:cubicBezTo>
                      <a:cubicBezTo>
                        <a:pt x="251" y="31"/>
                        <a:pt x="1" y="317"/>
                        <a:pt x="24" y="638"/>
                      </a:cubicBezTo>
                      <a:cubicBezTo>
                        <a:pt x="36" y="963"/>
                        <a:pt x="309" y="1198"/>
                        <a:pt x="621" y="1198"/>
                      </a:cubicBezTo>
                      <a:cubicBezTo>
                        <a:pt x="628" y="1198"/>
                        <a:pt x="636" y="1198"/>
                        <a:pt x="644" y="1198"/>
                      </a:cubicBezTo>
                      <a:cubicBezTo>
                        <a:pt x="820" y="1188"/>
                        <a:pt x="997" y="1183"/>
                        <a:pt x="1174" y="1183"/>
                      </a:cubicBezTo>
                      <a:cubicBezTo>
                        <a:pt x="1889" y="1183"/>
                        <a:pt x="2599" y="1261"/>
                        <a:pt x="3287" y="1424"/>
                      </a:cubicBezTo>
                      <a:cubicBezTo>
                        <a:pt x="3322" y="1436"/>
                        <a:pt x="3370" y="1436"/>
                        <a:pt x="3418" y="1436"/>
                      </a:cubicBezTo>
                      <a:cubicBezTo>
                        <a:pt x="3680" y="1436"/>
                        <a:pt x="3930" y="1257"/>
                        <a:pt x="3989" y="983"/>
                      </a:cubicBezTo>
                      <a:cubicBezTo>
                        <a:pt x="4061" y="662"/>
                        <a:pt x="3870" y="352"/>
                        <a:pt x="3549" y="269"/>
                      </a:cubicBezTo>
                      <a:cubicBezTo>
                        <a:pt x="2785" y="90"/>
                        <a:pt x="1999" y="0"/>
                        <a:pt x="120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2" name="Google Shape;1032;p35"/>
                <p:cNvSpPr/>
                <p:nvPr/>
              </p:nvSpPr>
              <p:spPr>
                <a:xfrm>
                  <a:off x="5847613" y="3083427"/>
                  <a:ext cx="29071" cy="69834"/>
                </a:xfrm>
                <a:custGeom>
                  <a:rect b="b" l="l" r="r" t="t"/>
                  <a:pathLst>
                    <a:path extrusionOk="0" h="3978" w="1656">
                      <a:moveTo>
                        <a:pt x="1060" y="1"/>
                      </a:moveTo>
                      <a:cubicBezTo>
                        <a:pt x="738" y="1"/>
                        <a:pt x="476" y="274"/>
                        <a:pt x="476" y="596"/>
                      </a:cubicBezTo>
                      <a:cubicBezTo>
                        <a:pt x="476" y="1489"/>
                        <a:pt x="345" y="2370"/>
                        <a:pt x="95" y="3215"/>
                      </a:cubicBezTo>
                      <a:cubicBezTo>
                        <a:pt x="0" y="3525"/>
                        <a:pt x="179" y="3858"/>
                        <a:pt x="488" y="3953"/>
                      </a:cubicBezTo>
                      <a:cubicBezTo>
                        <a:pt x="548" y="3965"/>
                        <a:pt x="607" y="3977"/>
                        <a:pt x="655" y="3977"/>
                      </a:cubicBezTo>
                      <a:cubicBezTo>
                        <a:pt x="917" y="3977"/>
                        <a:pt x="1143" y="3811"/>
                        <a:pt x="1227" y="3549"/>
                      </a:cubicBezTo>
                      <a:cubicBezTo>
                        <a:pt x="1512" y="2596"/>
                        <a:pt x="1655" y="1608"/>
                        <a:pt x="1655" y="596"/>
                      </a:cubicBezTo>
                      <a:cubicBezTo>
                        <a:pt x="1655" y="274"/>
                        <a:pt x="1393" y="1"/>
                        <a:pt x="106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3" name="Google Shape;1033;p35"/>
                <p:cNvSpPr/>
                <p:nvPr/>
              </p:nvSpPr>
              <p:spPr>
                <a:xfrm>
                  <a:off x="5793687" y="3177219"/>
                  <a:ext cx="56457" cy="57756"/>
                </a:xfrm>
                <a:custGeom>
                  <a:rect b="b" l="l" r="r" t="t"/>
                  <a:pathLst>
                    <a:path extrusionOk="0" h="3290" w="3216">
                      <a:moveTo>
                        <a:pt x="2541" y="1"/>
                      </a:moveTo>
                      <a:cubicBezTo>
                        <a:pt x="2349" y="1"/>
                        <a:pt x="2161" y="93"/>
                        <a:pt x="2048" y="265"/>
                      </a:cubicBezTo>
                      <a:cubicBezTo>
                        <a:pt x="1560" y="1004"/>
                        <a:pt x="965" y="1670"/>
                        <a:pt x="286" y="2242"/>
                      </a:cubicBezTo>
                      <a:cubicBezTo>
                        <a:pt x="36" y="2456"/>
                        <a:pt x="0" y="2825"/>
                        <a:pt x="215" y="3075"/>
                      </a:cubicBezTo>
                      <a:cubicBezTo>
                        <a:pt x="334" y="3218"/>
                        <a:pt x="500" y="3290"/>
                        <a:pt x="667" y="3290"/>
                      </a:cubicBezTo>
                      <a:cubicBezTo>
                        <a:pt x="798" y="3290"/>
                        <a:pt x="941" y="3242"/>
                        <a:pt x="1048" y="3147"/>
                      </a:cubicBezTo>
                      <a:cubicBezTo>
                        <a:pt x="1810" y="2504"/>
                        <a:pt x="2489" y="1754"/>
                        <a:pt x="3036" y="920"/>
                      </a:cubicBezTo>
                      <a:cubicBezTo>
                        <a:pt x="3215" y="646"/>
                        <a:pt x="3144" y="277"/>
                        <a:pt x="2870" y="99"/>
                      </a:cubicBezTo>
                      <a:cubicBezTo>
                        <a:pt x="2768" y="33"/>
                        <a:pt x="2654" y="1"/>
                        <a:pt x="254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4" name="Google Shape;1034;p35"/>
                <p:cNvSpPr/>
                <p:nvPr/>
              </p:nvSpPr>
              <p:spPr>
                <a:xfrm>
                  <a:off x="5769024" y="2935692"/>
                  <a:ext cx="62092" cy="51401"/>
                </a:xfrm>
                <a:custGeom>
                  <a:rect b="b" l="l" r="r" t="t"/>
                  <a:pathLst>
                    <a:path extrusionOk="0" h="2928" w="3537">
                      <a:moveTo>
                        <a:pt x="677" y="0"/>
                      </a:moveTo>
                      <a:cubicBezTo>
                        <a:pt x="474" y="0"/>
                        <a:pt x="278" y="106"/>
                        <a:pt x="167" y="297"/>
                      </a:cubicBezTo>
                      <a:cubicBezTo>
                        <a:pt x="0" y="582"/>
                        <a:pt x="96" y="939"/>
                        <a:pt x="381" y="1106"/>
                      </a:cubicBezTo>
                      <a:cubicBezTo>
                        <a:pt x="1143" y="1547"/>
                        <a:pt x="1846" y="2094"/>
                        <a:pt x="2453" y="2749"/>
                      </a:cubicBezTo>
                      <a:cubicBezTo>
                        <a:pt x="2572" y="2868"/>
                        <a:pt x="2727" y="2928"/>
                        <a:pt x="2882" y="2928"/>
                      </a:cubicBezTo>
                      <a:cubicBezTo>
                        <a:pt x="3037" y="2928"/>
                        <a:pt x="3179" y="2880"/>
                        <a:pt x="3298" y="2761"/>
                      </a:cubicBezTo>
                      <a:cubicBezTo>
                        <a:pt x="3525" y="2547"/>
                        <a:pt x="3537" y="2166"/>
                        <a:pt x="3310" y="1928"/>
                      </a:cubicBezTo>
                      <a:cubicBezTo>
                        <a:pt x="2632" y="1201"/>
                        <a:pt x="1834" y="582"/>
                        <a:pt x="977" y="82"/>
                      </a:cubicBezTo>
                      <a:cubicBezTo>
                        <a:pt x="882" y="27"/>
                        <a:pt x="778" y="0"/>
                        <a:pt x="677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5" name="Google Shape;1035;p35"/>
                <p:cNvSpPr/>
                <p:nvPr/>
              </p:nvSpPr>
              <p:spPr>
                <a:xfrm>
                  <a:off x="5704653" y="3240168"/>
                  <a:ext cx="70448" cy="33477"/>
                </a:xfrm>
                <a:custGeom>
                  <a:rect b="b" l="l" r="r" t="t"/>
                  <a:pathLst>
                    <a:path extrusionOk="0" h="1907" w="4013">
                      <a:moveTo>
                        <a:pt x="3340" y="0"/>
                      </a:moveTo>
                      <a:cubicBezTo>
                        <a:pt x="3262" y="0"/>
                        <a:pt x="3183" y="16"/>
                        <a:pt x="3108" y="49"/>
                      </a:cubicBezTo>
                      <a:cubicBezTo>
                        <a:pt x="2298" y="394"/>
                        <a:pt x="1441" y="632"/>
                        <a:pt x="560" y="728"/>
                      </a:cubicBezTo>
                      <a:cubicBezTo>
                        <a:pt x="227" y="775"/>
                        <a:pt x="0" y="1061"/>
                        <a:pt x="36" y="1382"/>
                      </a:cubicBezTo>
                      <a:cubicBezTo>
                        <a:pt x="72" y="1692"/>
                        <a:pt x="322" y="1906"/>
                        <a:pt x="619" y="1906"/>
                      </a:cubicBezTo>
                      <a:lnTo>
                        <a:pt x="691" y="1906"/>
                      </a:lnTo>
                      <a:cubicBezTo>
                        <a:pt x="1691" y="1787"/>
                        <a:pt x="2655" y="1525"/>
                        <a:pt x="3584" y="1132"/>
                      </a:cubicBezTo>
                      <a:cubicBezTo>
                        <a:pt x="3882" y="1001"/>
                        <a:pt x="4013" y="656"/>
                        <a:pt x="3882" y="358"/>
                      </a:cubicBezTo>
                      <a:cubicBezTo>
                        <a:pt x="3793" y="136"/>
                        <a:pt x="3571" y="0"/>
                        <a:pt x="334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36" name="Google Shape;1036;p35"/>
              <p:cNvSpPr/>
              <p:nvPr/>
            </p:nvSpPr>
            <p:spPr>
              <a:xfrm>
                <a:off x="5584900" y="2983106"/>
                <a:ext cx="221772" cy="221579"/>
              </a:xfrm>
              <a:custGeom>
                <a:rect b="b" l="l" r="r" t="t"/>
                <a:pathLst>
                  <a:path extrusionOk="0" h="12622" w="12633">
                    <a:moveTo>
                      <a:pt x="6310" y="1"/>
                    </a:moveTo>
                    <a:cubicBezTo>
                      <a:pt x="2834" y="1"/>
                      <a:pt x="0" y="2822"/>
                      <a:pt x="0" y="6311"/>
                    </a:cubicBezTo>
                    <a:cubicBezTo>
                      <a:pt x="0" y="9799"/>
                      <a:pt x="2834" y="12621"/>
                      <a:pt x="6310" y="12621"/>
                    </a:cubicBezTo>
                    <a:cubicBezTo>
                      <a:pt x="9799" y="12621"/>
                      <a:pt x="12633" y="9799"/>
                      <a:pt x="12633" y="6311"/>
                    </a:cubicBezTo>
                    <a:cubicBezTo>
                      <a:pt x="12633" y="2822"/>
                      <a:pt x="9799" y="1"/>
                      <a:pt x="6310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7" name="Google Shape;1037;p35"/>
            <p:cNvSpPr txBox="1"/>
            <p:nvPr/>
          </p:nvSpPr>
          <p:spPr>
            <a:xfrm>
              <a:off x="5812950" y="3220750"/>
              <a:ext cx="1563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Auto-formation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038" name="Google Shape;1038;p35"/>
          <p:cNvGrpSpPr/>
          <p:nvPr/>
        </p:nvGrpSpPr>
        <p:grpSpPr>
          <a:xfrm>
            <a:off x="844900" y="3748050"/>
            <a:ext cx="1998381" cy="429600"/>
            <a:chOff x="921100" y="3976650"/>
            <a:chExt cx="1998381" cy="429600"/>
          </a:xfrm>
        </p:grpSpPr>
        <p:grpSp>
          <p:nvGrpSpPr>
            <p:cNvPr id="1039" name="Google Shape;1039;p35"/>
            <p:cNvGrpSpPr/>
            <p:nvPr/>
          </p:nvGrpSpPr>
          <p:grpSpPr>
            <a:xfrm>
              <a:off x="2557674" y="4011065"/>
              <a:ext cx="361808" cy="360774"/>
              <a:chOff x="2773799" y="3668840"/>
              <a:chExt cx="361808" cy="360774"/>
            </a:xfrm>
          </p:grpSpPr>
          <p:grpSp>
            <p:nvGrpSpPr>
              <p:cNvPr id="1040" name="Google Shape;1040;p35"/>
              <p:cNvGrpSpPr/>
              <p:nvPr/>
            </p:nvGrpSpPr>
            <p:grpSpPr>
              <a:xfrm>
                <a:off x="2773799" y="3668840"/>
                <a:ext cx="361808" cy="360774"/>
                <a:chOff x="2773799" y="3668840"/>
                <a:chExt cx="361808" cy="360774"/>
              </a:xfrm>
            </p:grpSpPr>
            <p:sp>
              <p:nvSpPr>
                <p:cNvPr id="1041" name="Google Shape;1041;p35"/>
                <p:cNvSpPr/>
                <p:nvPr/>
              </p:nvSpPr>
              <p:spPr>
                <a:xfrm>
                  <a:off x="2840890" y="3679250"/>
                  <a:ext cx="67113" cy="44168"/>
                </a:xfrm>
                <a:custGeom>
                  <a:rect b="b" l="l" r="r" t="t"/>
                  <a:pathLst>
                    <a:path extrusionOk="0" h="2516" w="3823">
                      <a:moveTo>
                        <a:pt x="3155" y="0"/>
                      </a:moveTo>
                      <a:cubicBezTo>
                        <a:pt x="3088" y="0"/>
                        <a:pt x="3020" y="13"/>
                        <a:pt x="2954" y="39"/>
                      </a:cubicBezTo>
                      <a:cubicBezTo>
                        <a:pt x="2013" y="372"/>
                        <a:pt x="1120" y="860"/>
                        <a:pt x="322" y="1456"/>
                      </a:cubicBezTo>
                      <a:cubicBezTo>
                        <a:pt x="60" y="1646"/>
                        <a:pt x="1" y="2027"/>
                        <a:pt x="203" y="2289"/>
                      </a:cubicBezTo>
                      <a:cubicBezTo>
                        <a:pt x="322" y="2444"/>
                        <a:pt x="501" y="2515"/>
                        <a:pt x="680" y="2515"/>
                      </a:cubicBezTo>
                      <a:cubicBezTo>
                        <a:pt x="799" y="2515"/>
                        <a:pt x="918" y="2480"/>
                        <a:pt x="1025" y="2408"/>
                      </a:cubicBezTo>
                      <a:cubicBezTo>
                        <a:pt x="1739" y="1872"/>
                        <a:pt x="2525" y="1444"/>
                        <a:pt x="3358" y="1146"/>
                      </a:cubicBezTo>
                      <a:cubicBezTo>
                        <a:pt x="3656" y="1027"/>
                        <a:pt x="3823" y="694"/>
                        <a:pt x="3704" y="384"/>
                      </a:cubicBezTo>
                      <a:cubicBezTo>
                        <a:pt x="3620" y="153"/>
                        <a:pt x="3393" y="0"/>
                        <a:pt x="315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2" name="Google Shape;1042;p35"/>
                <p:cNvSpPr/>
                <p:nvPr/>
              </p:nvSpPr>
              <p:spPr>
                <a:xfrm>
                  <a:off x="2773799" y="3829759"/>
                  <a:ext cx="26368" cy="69851"/>
                </a:xfrm>
                <a:custGeom>
                  <a:rect b="b" l="l" r="r" t="t"/>
                  <a:pathLst>
                    <a:path extrusionOk="0" h="3979" w="1502">
                      <a:moveTo>
                        <a:pt x="590" y="0"/>
                      </a:moveTo>
                      <a:cubicBezTo>
                        <a:pt x="287" y="0"/>
                        <a:pt x="36" y="242"/>
                        <a:pt x="13" y="549"/>
                      </a:cubicBezTo>
                      <a:cubicBezTo>
                        <a:pt x="1" y="752"/>
                        <a:pt x="1" y="954"/>
                        <a:pt x="1" y="1145"/>
                      </a:cubicBezTo>
                      <a:cubicBezTo>
                        <a:pt x="1" y="1954"/>
                        <a:pt x="96" y="2752"/>
                        <a:pt x="275" y="3526"/>
                      </a:cubicBezTo>
                      <a:cubicBezTo>
                        <a:pt x="334" y="3800"/>
                        <a:pt x="584" y="3978"/>
                        <a:pt x="846" y="3978"/>
                      </a:cubicBezTo>
                      <a:cubicBezTo>
                        <a:pt x="894" y="3978"/>
                        <a:pt x="942" y="3978"/>
                        <a:pt x="989" y="3966"/>
                      </a:cubicBezTo>
                      <a:cubicBezTo>
                        <a:pt x="1299" y="3895"/>
                        <a:pt x="1501" y="3574"/>
                        <a:pt x="1430" y="3252"/>
                      </a:cubicBezTo>
                      <a:cubicBezTo>
                        <a:pt x="1263" y="2573"/>
                        <a:pt x="1180" y="1859"/>
                        <a:pt x="1180" y="1145"/>
                      </a:cubicBezTo>
                      <a:cubicBezTo>
                        <a:pt x="1180" y="966"/>
                        <a:pt x="1180" y="799"/>
                        <a:pt x="1192" y="621"/>
                      </a:cubicBezTo>
                      <a:cubicBezTo>
                        <a:pt x="1215" y="299"/>
                        <a:pt x="965" y="14"/>
                        <a:pt x="632" y="2"/>
                      </a:cubicBezTo>
                      <a:cubicBezTo>
                        <a:pt x="618" y="1"/>
                        <a:pt x="604" y="0"/>
                        <a:pt x="59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35"/>
                <p:cNvSpPr/>
                <p:nvPr/>
              </p:nvSpPr>
              <p:spPr>
                <a:xfrm>
                  <a:off x="2795127" y="3924902"/>
                  <a:ext cx="54157" cy="59564"/>
                </a:xfrm>
                <a:custGeom>
                  <a:rect b="b" l="l" r="r" t="t"/>
                  <a:pathLst>
                    <a:path extrusionOk="0" h="3393" w="3085">
                      <a:moveTo>
                        <a:pt x="681" y="0"/>
                      </a:moveTo>
                      <a:cubicBezTo>
                        <a:pt x="580" y="0"/>
                        <a:pt x="477" y="27"/>
                        <a:pt x="381" y="82"/>
                      </a:cubicBezTo>
                      <a:cubicBezTo>
                        <a:pt x="96" y="237"/>
                        <a:pt x="0" y="606"/>
                        <a:pt x="167" y="880"/>
                      </a:cubicBezTo>
                      <a:cubicBezTo>
                        <a:pt x="667" y="1749"/>
                        <a:pt x="1286" y="2535"/>
                        <a:pt x="2024" y="3226"/>
                      </a:cubicBezTo>
                      <a:cubicBezTo>
                        <a:pt x="2132" y="3333"/>
                        <a:pt x="2275" y="3392"/>
                        <a:pt x="2429" y="3392"/>
                      </a:cubicBezTo>
                      <a:cubicBezTo>
                        <a:pt x="2584" y="3392"/>
                        <a:pt x="2739" y="3321"/>
                        <a:pt x="2858" y="3202"/>
                      </a:cubicBezTo>
                      <a:cubicBezTo>
                        <a:pt x="3084" y="2964"/>
                        <a:pt x="3072" y="2595"/>
                        <a:pt x="2834" y="2368"/>
                      </a:cubicBezTo>
                      <a:cubicBezTo>
                        <a:pt x="2179" y="1761"/>
                        <a:pt x="1632" y="1059"/>
                        <a:pt x="1191" y="297"/>
                      </a:cubicBezTo>
                      <a:cubicBezTo>
                        <a:pt x="1080" y="106"/>
                        <a:pt x="884" y="0"/>
                        <a:pt x="68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4" name="Google Shape;1044;p35"/>
                <p:cNvSpPr/>
                <p:nvPr/>
              </p:nvSpPr>
              <p:spPr>
                <a:xfrm>
                  <a:off x="3095248" y="3762755"/>
                  <a:ext cx="38691" cy="67675"/>
                </a:xfrm>
                <a:custGeom>
                  <a:rect b="b" l="l" r="r" t="t"/>
                  <a:pathLst>
                    <a:path extrusionOk="0" h="3855" w="2204">
                      <a:moveTo>
                        <a:pt x="678" y="0"/>
                      </a:moveTo>
                      <a:cubicBezTo>
                        <a:pt x="587" y="0"/>
                        <a:pt x="494" y="22"/>
                        <a:pt x="406" y="68"/>
                      </a:cubicBezTo>
                      <a:cubicBezTo>
                        <a:pt x="120" y="211"/>
                        <a:pt x="1" y="568"/>
                        <a:pt x="144" y="854"/>
                      </a:cubicBezTo>
                      <a:cubicBezTo>
                        <a:pt x="548" y="1652"/>
                        <a:pt x="822" y="2497"/>
                        <a:pt x="977" y="3366"/>
                      </a:cubicBezTo>
                      <a:cubicBezTo>
                        <a:pt x="1025" y="3652"/>
                        <a:pt x="1275" y="3854"/>
                        <a:pt x="1561" y="3854"/>
                      </a:cubicBezTo>
                      <a:cubicBezTo>
                        <a:pt x="1596" y="3854"/>
                        <a:pt x="1632" y="3854"/>
                        <a:pt x="1668" y="3842"/>
                      </a:cubicBezTo>
                      <a:cubicBezTo>
                        <a:pt x="1989" y="3795"/>
                        <a:pt x="2203" y="3485"/>
                        <a:pt x="2144" y="3164"/>
                      </a:cubicBezTo>
                      <a:cubicBezTo>
                        <a:pt x="1965" y="2176"/>
                        <a:pt x="1656" y="1223"/>
                        <a:pt x="1203" y="330"/>
                      </a:cubicBezTo>
                      <a:cubicBezTo>
                        <a:pt x="1095" y="121"/>
                        <a:pt x="892" y="0"/>
                        <a:pt x="67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5" name="Google Shape;1045;p35"/>
                <p:cNvSpPr/>
                <p:nvPr/>
              </p:nvSpPr>
              <p:spPr>
                <a:xfrm>
                  <a:off x="2782593" y="3737740"/>
                  <a:ext cx="47030" cy="64269"/>
                </a:xfrm>
                <a:custGeom>
                  <a:rect b="b" l="l" r="r" t="t"/>
                  <a:pathLst>
                    <a:path extrusionOk="0" h="3661" w="2679">
                      <a:moveTo>
                        <a:pt x="2014" y="0"/>
                      </a:moveTo>
                      <a:cubicBezTo>
                        <a:pt x="1831" y="0"/>
                        <a:pt x="1651" y="85"/>
                        <a:pt x="1536" y="243"/>
                      </a:cubicBezTo>
                      <a:cubicBezTo>
                        <a:pt x="929" y="1041"/>
                        <a:pt x="452" y="1934"/>
                        <a:pt x="119" y="2862"/>
                      </a:cubicBezTo>
                      <a:cubicBezTo>
                        <a:pt x="0" y="3172"/>
                        <a:pt x="155" y="3517"/>
                        <a:pt x="464" y="3624"/>
                      </a:cubicBezTo>
                      <a:cubicBezTo>
                        <a:pt x="536" y="3648"/>
                        <a:pt x="607" y="3660"/>
                        <a:pt x="667" y="3660"/>
                      </a:cubicBezTo>
                      <a:cubicBezTo>
                        <a:pt x="905" y="3660"/>
                        <a:pt x="1131" y="3517"/>
                        <a:pt x="1226" y="3267"/>
                      </a:cubicBezTo>
                      <a:cubicBezTo>
                        <a:pt x="1524" y="2446"/>
                        <a:pt x="1953" y="1660"/>
                        <a:pt x="2477" y="946"/>
                      </a:cubicBezTo>
                      <a:cubicBezTo>
                        <a:pt x="2679" y="684"/>
                        <a:pt x="2619" y="315"/>
                        <a:pt x="2357" y="112"/>
                      </a:cubicBezTo>
                      <a:cubicBezTo>
                        <a:pt x="2254" y="37"/>
                        <a:pt x="2133" y="0"/>
                        <a:pt x="201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6" name="Google Shape;1046;p35"/>
                <p:cNvSpPr/>
                <p:nvPr/>
              </p:nvSpPr>
              <p:spPr>
                <a:xfrm>
                  <a:off x="3106535" y="3839396"/>
                  <a:ext cx="29071" cy="69834"/>
                </a:xfrm>
                <a:custGeom>
                  <a:rect b="b" l="l" r="r" t="t"/>
                  <a:pathLst>
                    <a:path extrusionOk="0" h="3978" w="1656">
                      <a:moveTo>
                        <a:pt x="1060" y="0"/>
                      </a:moveTo>
                      <a:cubicBezTo>
                        <a:pt x="739" y="0"/>
                        <a:pt x="477" y="274"/>
                        <a:pt x="477" y="596"/>
                      </a:cubicBezTo>
                      <a:cubicBezTo>
                        <a:pt x="477" y="1489"/>
                        <a:pt x="346" y="2370"/>
                        <a:pt x="96" y="3215"/>
                      </a:cubicBezTo>
                      <a:cubicBezTo>
                        <a:pt x="1" y="3525"/>
                        <a:pt x="179" y="3858"/>
                        <a:pt x="489" y="3953"/>
                      </a:cubicBezTo>
                      <a:cubicBezTo>
                        <a:pt x="548" y="3965"/>
                        <a:pt x="608" y="3977"/>
                        <a:pt x="656" y="3977"/>
                      </a:cubicBezTo>
                      <a:cubicBezTo>
                        <a:pt x="918" y="3977"/>
                        <a:pt x="1144" y="3810"/>
                        <a:pt x="1227" y="3548"/>
                      </a:cubicBezTo>
                      <a:cubicBezTo>
                        <a:pt x="1513" y="2596"/>
                        <a:pt x="1656" y="1608"/>
                        <a:pt x="1656" y="596"/>
                      </a:cubicBezTo>
                      <a:cubicBezTo>
                        <a:pt x="1656" y="274"/>
                        <a:pt x="1394" y="0"/>
                        <a:pt x="106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7" name="Google Shape;1047;p35"/>
                <p:cNvSpPr/>
                <p:nvPr/>
              </p:nvSpPr>
              <p:spPr>
                <a:xfrm>
                  <a:off x="3027946" y="3691643"/>
                  <a:ext cx="62110" cy="51419"/>
                </a:xfrm>
                <a:custGeom>
                  <a:rect b="b" l="l" r="r" t="t"/>
                  <a:pathLst>
                    <a:path extrusionOk="0" h="2929" w="3538">
                      <a:moveTo>
                        <a:pt x="677" y="1"/>
                      </a:moveTo>
                      <a:cubicBezTo>
                        <a:pt x="475" y="1"/>
                        <a:pt x="279" y="107"/>
                        <a:pt x="168" y="297"/>
                      </a:cubicBezTo>
                      <a:cubicBezTo>
                        <a:pt x="1" y="583"/>
                        <a:pt x="96" y="940"/>
                        <a:pt x="382" y="1107"/>
                      </a:cubicBezTo>
                      <a:cubicBezTo>
                        <a:pt x="1144" y="1547"/>
                        <a:pt x="1846" y="2095"/>
                        <a:pt x="2454" y="2750"/>
                      </a:cubicBezTo>
                      <a:cubicBezTo>
                        <a:pt x="2573" y="2869"/>
                        <a:pt x="2728" y="2929"/>
                        <a:pt x="2882" y="2929"/>
                      </a:cubicBezTo>
                      <a:cubicBezTo>
                        <a:pt x="3037" y="2929"/>
                        <a:pt x="3180" y="2881"/>
                        <a:pt x="3299" y="2774"/>
                      </a:cubicBezTo>
                      <a:cubicBezTo>
                        <a:pt x="3525" y="2548"/>
                        <a:pt x="3537" y="2167"/>
                        <a:pt x="3311" y="1928"/>
                      </a:cubicBezTo>
                      <a:cubicBezTo>
                        <a:pt x="2632" y="1202"/>
                        <a:pt x="1835" y="583"/>
                        <a:pt x="977" y="83"/>
                      </a:cubicBezTo>
                      <a:cubicBezTo>
                        <a:pt x="882" y="27"/>
                        <a:pt x="779" y="1"/>
                        <a:pt x="677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8" name="Google Shape;1048;p35"/>
                <p:cNvSpPr/>
                <p:nvPr/>
              </p:nvSpPr>
              <p:spPr>
                <a:xfrm>
                  <a:off x="2866396" y="3991941"/>
                  <a:ext cx="70044" cy="36409"/>
                </a:xfrm>
                <a:custGeom>
                  <a:rect b="b" l="l" r="r" t="t"/>
                  <a:pathLst>
                    <a:path extrusionOk="0" h="2074" w="3990">
                      <a:moveTo>
                        <a:pt x="676" y="1"/>
                      </a:moveTo>
                      <a:cubicBezTo>
                        <a:pt x="456" y="1"/>
                        <a:pt x="245" y="120"/>
                        <a:pt x="143" y="323"/>
                      </a:cubicBezTo>
                      <a:cubicBezTo>
                        <a:pt x="0" y="621"/>
                        <a:pt x="120" y="978"/>
                        <a:pt x="405" y="1121"/>
                      </a:cubicBezTo>
                      <a:cubicBezTo>
                        <a:pt x="1298" y="1574"/>
                        <a:pt x="2251" y="1883"/>
                        <a:pt x="3239" y="2062"/>
                      </a:cubicBezTo>
                      <a:cubicBezTo>
                        <a:pt x="3275" y="2062"/>
                        <a:pt x="3310" y="2074"/>
                        <a:pt x="3346" y="2074"/>
                      </a:cubicBezTo>
                      <a:cubicBezTo>
                        <a:pt x="3632" y="2074"/>
                        <a:pt x="3882" y="1871"/>
                        <a:pt x="3930" y="1574"/>
                      </a:cubicBezTo>
                      <a:cubicBezTo>
                        <a:pt x="3989" y="1252"/>
                        <a:pt x="3763" y="954"/>
                        <a:pt x="3441" y="895"/>
                      </a:cubicBezTo>
                      <a:cubicBezTo>
                        <a:pt x="2572" y="740"/>
                        <a:pt x="1727" y="466"/>
                        <a:pt x="941" y="61"/>
                      </a:cubicBezTo>
                      <a:cubicBezTo>
                        <a:pt x="855" y="20"/>
                        <a:pt x="765" y="1"/>
                        <a:pt x="676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9" name="Google Shape;1049;p35"/>
                <p:cNvSpPr/>
                <p:nvPr/>
              </p:nvSpPr>
              <p:spPr>
                <a:xfrm>
                  <a:off x="3052609" y="3933188"/>
                  <a:ext cx="56457" cy="57756"/>
                </a:xfrm>
                <a:custGeom>
                  <a:rect b="b" l="l" r="r" t="t"/>
                  <a:pathLst>
                    <a:path extrusionOk="0" h="3290" w="3216">
                      <a:moveTo>
                        <a:pt x="2542" y="1"/>
                      </a:moveTo>
                      <a:cubicBezTo>
                        <a:pt x="2349" y="1"/>
                        <a:pt x="2161" y="93"/>
                        <a:pt x="2049" y="265"/>
                      </a:cubicBezTo>
                      <a:cubicBezTo>
                        <a:pt x="1561" y="1003"/>
                        <a:pt x="965" y="1670"/>
                        <a:pt x="287" y="2242"/>
                      </a:cubicBezTo>
                      <a:cubicBezTo>
                        <a:pt x="37" y="2456"/>
                        <a:pt x="1" y="2825"/>
                        <a:pt x="215" y="3075"/>
                      </a:cubicBezTo>
                      <a:cubicBezTo>
                        <a:pt x="334" y="3218"/>
                        <a:pt x="501" y="3289"/>
                        <a:pt x="668" y="3289"/>
                      </a:cubicBezTo>
                      <a:cubicBezTo>
                        <a:pt x="799" y="3289"/>
                        <a:pt x="942" y="3242"/>
                        <a:pt x="1049" y="3147"/>
                      </a:cubicBezTo>
                      <a:cubicBezTo>
                        <a:pt x="1811" y="2504"/>
                        <a:pt x="2477" y="1753"/>
                        <a:pt x="3037" y="920"/>
                      </a:cubicBezTo>
                      <a:cubicBezTo>
                        <a:pt x="3216" y="646"/>
                        <a:pt x="3144" y="277"/>
                        <a:pt x="2870" y="99"/>
                      </a:cubicBezTo>
                      <a:cubicBezTo>
                        <a:pt x="2769" y="32"/>
                        <a:pt x="2655" y="1"/>
                        <a:pt x="254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0" name="Google Shape;1050;p35"/>
                <p:cNvSpPr/>
                <p:nvPr/>
              </p:nvSpPr>
              <p:spPr>
                <a:xfrm>
                  <a:off x="2963575" y="3996119"/>
                  <a:ext cx="70466" cy="33495"/>
                </a:xfrm>
                <a:custGeom>
                  <a:rect b="b" l="l" r="r" t="t"/>
                  <a:pathLst>
                    <a:path extrusionOk="0" h="1908" w="4014">
                      <a:moveTo>
                        <a:pt x="3339" y="1"/>
                      </a:moveTo>
                      <a:cubicBezTo>
                        <a:pt x="3262" y="1"/>
                        <a:pt x="3184" y="17"/>
                        <a:pt x="3108" y="50"/>
                      </a:cubicBezTo>
                      <a:cubicBezTo>
                        <a:pt x="2299" y="395"/>
                        <a:pt x="1442" y="633"/>
                        <a:pt x="560" y="728"/>
                      </a:cubicBezTo>
                      <a:cubicBezTo>
                        <a:pt x="227" y="776"/>
                        <a:pt x="1" y="1062"/>
                        <a:pt x="37" y="1383"/>
                      </a:cubicBezTo>
                      <a:cubicBezTo>
                        <a:pt x="72" y="1693"/>
                        <a:pt x="322" y="1907"/>
                        <a:pt x="620" y="1907"/>
                      </a:cubicBezTo>
                      <a:lnTo>
                        <a:pt x="691" y="1907"/>
                      </a:lnTo>
                      <a:cubicBezTo>
                        <a:pt x="1692" y="1788"/>
                        <a:pt x="2656" y="1526"/>
                        <a:pt x="3573" y="1133"/>
                      </a:cubicBezTo>
                      <a:cubicBezTo>
                        <a:pt x="3882" y="1002"/>
                        <a:pt x="4013" y="657"/>
                        <a:pt x="3882" y="359"/>
                      </a:cubicBezTo>
                      <a:cubicBezTo>
                        <a:pt x="3784" y="137"/>
                        <a:pt x="3567" y="1"/>
                        <a:pt x="333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1" name="Google Shape;1051;p35"/>
                <p:cNvSpPr/>
                <p:nvPr/>
              </p:nvSpPr>
              <p:spPr>
                <a:xfrm>
                  <a:off x="2933909" y="3668840"/>
                  <a:ext cx="71291" cy="25314"/>
                </a:xfrm>
                <a:custGeom>
                  <a:rect b="b" l="l" r="r" t="t"/>
                  <a:pathLst>
                    <a:path extrusionOk="0" h="1442" w="4061">
                      <a:moveTo>
                        <a:pt x="1179" y="1"/>
                      </a:moveTo>
                      <a:cubicBezTo>
                        <a:pt x="976" y="1"/>
                        <a:pt x="774" y="13"/>
                        <a:pt x="572" y="25"/>
                      </a:cubicBezTo>
                      <a:cubicBezTo>
                        <a:pt x="250" y="49"/>
                        <a:pt x="0" y="322"/>
                        <a:pt x="24" y="644"/>
                      </a:cubicBezTo>
                      <a:cubicBezTo>
                        <a:pt x="36" y="969"/>
                        <a:pt x="308" y="1204"/>
                        <a:pt x="620" y="1204"/>
                      </a:cubicBezTo>
                      <a:cubicBezTo>
                        <a:pt x="628" y="1204"/>
                        <a:pt x="635" y="1204"/>
                        <a:pt x="643" y="1203"/>
                      </a:cubicBezTo>
                      <a:cubicBezTo>
                        <a:pt x="822" y="1192"/>
                        <a:pt x="1000" y="1192"/>
                        <a:pt x="1179" y="1192"/>
                      </a:cubicBezTo>
                      <a:cubicBezTo>
                        <a:pt x="1893" y="1192"/>
                        <a:pt x="2596" y="1275"/>
                        <a:pt x="3286" y="1430"/>
                      </a:cubicBezTo>
                      <a:cubicBezTo>
                        <a:pt x="3322" y="1442"/>
                        <a:pt x="3370" y="1442"/>
                        <a:pt x="3417" y="1442"/>
                      </a:cubicBezTo>
                      <a:cubicBezTo>
                        <a:pt x="3679" y="1442"/>
                        <a:pt x="3929" y="1263"/>
                        <a:pt x="3989" y="989"/>
                      </a:cubicBezTo>
                      <a:cubicBezTo>
                        <a:pt x="4060" y="668"/>
                        <a:pt x="3870" y="358"/>
                        <a:pt x="3548" y="275"/>
                      </a:cubicBezTo>
                      <a:cubicBezTo>
                        <a:pt x="2774" y="96"/>
                        <a:pt x="1989" y="1"/>
                        <a:pt x="117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52" name="Google Shape;1052;p35"/>
              <p:cNvSpPr/>
              <p:nvPr/>
            </p:nvSpPr>
            <p:spPr>
              <a:xfrm>
                <a:off x="2843822" y="3739074"/>
                <a:ext cx="221790" cy="221562"/>
              </a:xfrm>
              <a:custGeom>
                <a:rect b="b" l="l" r="r" t="t"/>
                <a:pathLst>
                  <a:path extrusionOk="0" h="12621" w="12634">
                    <a:moveTo>
                      <a:pt x="6311" y="0"/>
                    </a:moveTo>
                    <a:cubicBezTo>
                      <a:pt x="2822" y="0"/>
                      <a:pt x="1" y="2822"/>
                      <a:pt x="1" y="6311"/>
                    </a:cubicBezTo>
                    <a:cubicBezTo>
                      <a:pt x="1" y="9799"/>
                      <a:pt x="2822" y="12621"/>
                      <a:pt x="6311" y="12621"/>
                    </a:cubicBezTo>
                    <a:cubicBezTo>
                      <a:pt x="9799" y="12621"/>
                      <a:pt x="12633" y="9799"/>
                      <a:pt x="12633" y="6311"/>
                    </a:cubicBezTo>
                    <a:cubicBezTo>
                      <a:pt x="12633" y="2822"/>
                      <a:pt x="9799" y="0"/>
                      <a:pt x="6311" y="0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3" name="Google Shape;1053;p35"/>
            <p:cNvSpPr txBox="1"/>
            <p:nvPr/>
          </p:nvSpPr>
          <p:spPr>
            <a:xfrm>
              <a:off x="921100" y="3976650"/>
              <a:ext cx="14841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Baccalauréat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(2017)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054" name="Google Shape;1054;p35"/>
          <p:cNvGrpSpPr/>
          <p:nvPr/>
        </p:nvGrpSpPr>
        <p:grpSpPr>
          <a:xfrm>
            <a:off x="1948675" y="2737088"/>
            <a:ext cx="1707217" cy="429600"/>
            <a:chOff x="2024875" y="2965688"/>
            <a:chExt cx="1707217" cy="429600"/>
          </a:xfrm>
        </p:grpSpPr>
        <p:grpSp>
          <p:nvGrpSpPr>
            <p:cNvPr id="1055" name="Google Shape;1055;p35"/>
            <p:cNvGrpSpPr/>
            <p:nvPr/>
          </p:nvGrpSpPr>
          <p:grpSpPr>
            <a:xfrm>
              <a:off x="3370074" y="3000105"/>
              <a:ext cx="362018" cy="360774"/>
              <a:chOff x="3586199" y="2657880"/>
              <a:chExt cx="362018" cy="360774"/>
            </a:xfrm>
          </p:grpSpPr>
          <p:grpSp>
            <p:nvGrpSpPr>
              <p:cNvPr id="1056" name="Google Shape;1056;p35"/>
              <p:cNvGrpSpPr/>
              <p:nvPr/>
            </p:nvGrpSpPr>
            <p:grpSpPr>
              <a:xfrm>
                <a:off x="3586199" y="2657880"/>
                <a:ext cx="362018" cy="360774"/>
                <a:chOff x="3586199" y="2657880"/>
                <a:chExt cx="362018" cy="360774"/>
              </a:xfrm>
            </p:grpSpPr>
            <p:sp>
              <p:nvSpPr>
                <p:cNvPr id="1057" name="Google Shape;1057;p35"/>
                <p:cNvSpPr/>
                <p:nvPr/>
              </p:nvSpPr>
              <p:spPr>
                <a:xfrm>
                  <a:off x="3586199" y="2818588"/>
                  <a:ext cx="26561" cy="70062"/>
                </a:xfrm>
                <a:custGeom>
                  <a:rect b="b" l="l" r="r" t="t"/>
                  <a:pathLst>
                    <a:path extrusionOk="0" h="3991" w="1513">
                      <a:moveTo>
                        <a:pt x="601" y="1"/>
                      </a:moveTo>
                      <a:cubicBezTo>
                        <a:pt x="297" y="1"/>
                        <a:pt x="36" y="243"/>
                        <a:pt x="24" y="562"/>
                      </a:cubicBezTo>
                      <a:cubicBezTo>
                        <a:pt x="12" y="752"/>
                        <a:pt x="1" y="955"/>
                        <a:pt x="1" y="1157"/>
                      </a:cubicBezTo>
                      <a:cubicBezTo>
                        <a:pt x="1" y="1955"/>
                        <a:pt x="96" y="2753"/>
                        <a:pt x="286" y="3539"/>
                      </a:cubicBezTo>
                      <a:cubicBezTo>
                        <a:pt x="346" y="3800"/>
                        <a:pt x="584" y="3991"/>
                        <a:pt x="858" y="3991"/>
                      </a:cubicBezTo>
                      <a:cubicBezTo>
                        <a:pt x="905" y="3991"/>
                        <a:pt x="953" y="3979"/>
                        <a:pt x="989" y="3979"/>
                      </a:cubicBezTo>
                      <a:cubicBezTo>
                        <a:pt x="1310" y="3896"/>
                        <a:pt x="1513" y="3574"/>
                        <a:pt x="1429" y="3265"/>
                      </a:cubicBezTo>
                      <a:cubicBezTo>
                        <a:pt x="1275" y="2574"/>
                        <a:pt x="1191" y="1860"/>
                        <a:pt x="1191" y="1157"/>
                      </a:cubicBezTo>
                      <a:cubicBezTo>
                        <a:pt x="1191" y="979"/>
                        <a:pt x="1191" y="800"/>
                        <a:pt x="1203" y="621"/>
                      </a:cubicBezTo>
                      <a:cubicBezTo>
                        <a:pt x="1215" y="300"/>
                        <a:pt x="977" y="26"/>
                        <a:pt x="644" y="2"/>
                      </a:cubicBezTo>
                      <a:cubicBezTo>
                        <a:pt x="629" y="1"/>
                        <a:pt x="615" y="1"/>
                        <a:pt x="60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8" name="Google Shape;1058;p35"/>
                <p:cNvSpPr/>
                <p:nvPr/>
              </p:nvSpPr>
              <p:spPr>
                <a:xfrm>
                  <a:off x="3607720" y="2913749"/>
                  <a:ext cx="53947" cy="59547"/>
                </a:xfrm>
                <a:custGeom>
                  <a:rect b="b" l="l" r="r" t="t"/>
                  <a:pathLst>
                    <a:path extrusionOk="0" h="3392" w="3073">
                      <a:moveTo>
                        <a:pt x="676" y="0"/>
                      </a:moveTo>
                      <a:cubicBezTo>
                        <a:pt x="575" y="0"/>
                        <a:pt x="473" y="26"/>
                        <a:pt x="382" y="82"/>
                      </a:cubicBezTo>
                      <a:cubicBezTo>
                        <a:pt x="96" y="249"/>
                        <a:pt x="1" y="606"/>
                        <a:pt x="156" y="892"/>
                      </a:cubicBezTo>
                      <a:cubicBezTo>
                        <a:pt x="668" y="1761"/>
                        <a:pt x="1287" y="2547"/>
                        <a:pt x="2013" y="3225"/>
                      </a:cubicBezTo>
                      <a:cubicBezTo>
                        <a:pt x="2132" y="3344"/>
                        <a:pt x="2275" y="3392"/>
                        <a:pt x="2418" y="3392"/>
                      </a:cubicBezTo>
                      <a:cubicBezTo>
                        <a:pt x="2573" y="3392"/>
                        <a:pt x="2739" y="3332"/>
                        <a:pt x="2847" y="3201"/>
                      </a:cubicBezTo>
                      <a:cubicBezTo>
                        <a:pt x="3073" y="2963"/>
                        <a:pt x="3061" y="2594"/>
                        <a:pt x="2823" y="2368"/>
                      </a:cubicBezTo>
                      <a:cubicBezTo>
                        <a:pt x="2180" y="1761"/>
                        <a:pt x="1632" y="1070"/>
                        <a:pt x="1180" y="296"/>
                      </a:cubicBezTo>
                      <a:cubicBezTo>
                        <a:pt x="1076" y="106"/>
                        <a:pt x="878" y="0"/>
                        <a:pt x="67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9" name="Google Shape;1059;p35"/>
                <p:cNvSpPr/>
                <p:nvPr/>
              </p:nvSpPr>
              <p:spPr>
                <a:xfrm>
                  <a:off x="3653501" y="2668167"/>
                  <a:ext cx="66902" cy="44291"/>
                </a:xfrm>
                <a:custGeom>
                  <a:rect b="b" l="l" r="r" t="t"/>
                  <a:pathLst>
                    <a:path extrusionOk="0" h="2523" w="3811">
                      <a:moveTo>
                        <a:pt x="3141" y="1"/>
                      </a:moveTo>
                      <a:cubicBezTo>
                        <a:pt x="3075" y="1"/>
                        <a:pt x="3007" y="12"/>
                        <a:pt x="2941" y="35"/>
                      </a:cubicBezTo>
                      <a:cubicBezTo>
                        <a:pt x="2001" y="380"/>
                        <a:pt x="1120" y="856"/>
                        <a:pt x="322" y="1463"/>
                      </a:cubicBezTo>
                      <a:cubicBezTo>
                        <a:pt x="60" y="1654"/>
                        <a:pt x="0" y="2023"/>
                        <a:pt x="191" y="2285"/>
                      </a:cubicBezTo>
                      <a:cubicBezTo>
                        <a:pt x="310" y="2440"/>
                        <a:pt x="489" y="2523"/>
                        <a:pt x="667" y="2523"/>
                      </a:cubicBezTo>
                      <a:cubicBezTo>
                        <a:pt x="798" y="2523"/>
                        <a:pt x="917" y="2487"/>
                        <a:pt x="1024" y="2404"/>
                      </a:cubicBezTo>
                      <a:cubicBezTo>
                        <a:pt x="1739" y="1868"/>
                        <a:pt x="2513" y="1451"/>
                        <a:pt x="3346" y="1142"/>
                      </a:cubicBezTo>
                      <a:cubicBezTo>
                        <a:pt x="3656" y="1035"/>
                        <a:pt x="3810" y="689"/>
                        <a:pt x="3703" y="392"/>
                      </a:cubicBezTo>
                      <a:cubicBezTo>
                        <a:pt x="3610" y="148"/>
                        <a:pt x="3384" y="1"/>
                        <a:pt x="314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0" name="Google Shape;1060;p35"/>
                <p:cNvSpPr/>
                <p:nvPr/>
              </p:nvSpPr>
              <p:spPr>
                <a:xfrm>
                  <a:off x="3907648" y="2751725"/>
                  <a:ext cx="38691" cy="67745"/>
                </a:xfrm>
                <a:custGeom>
                  <a:rect b="b" l="l" r="r" t="t"/>
                  <a:pathLst>
                    <a:path extrusionOk="0" h="3859" w="2204">
                      <a:moveTo>
                        <a:pt x="675" y="0"/>
                      </a:moveTo>
                      <a:cubicBezTo>
                        <a:pt x="587" y="0"/>
                        <a:pt x="499" y="20"/>
                        <a:pt x="417" y="61"/>
                      </a:cubicBezTo>
                      <a:cubicBezTo>
                        <a:pt x="119" y="216"/>
                        <a:pt x="0" y="561"/>
                        <a:pt x="155" y="859"/>
                      </a:cubicBezTo>
                      <a:cubicBezTo>
                        <a:pt x="548" y="1644"/>
                        <a:pt x="834" y="2490"/>
                        <a:pt x="989" y="3371"/>
                      </a:cubicBezTo>
                      <a:cubicBezTo>
                        <a:pt x="1036" y="3657"/>
                        <a:pt x="1286" y="3859"/>
                        <a:pt x="1572" y="3859"/>
                      </a:cubicBezTo>
                      <a:cubicBezTo>
                        <a:pt x="1596" y="3859"/>
                        <a:pt x="1632" y="3847"/>
                        <a:pt x="1667" y="3847"/>
                      </a:cubicBezTo>
                      <a:cubicBezTo>
                        <a:pt x="1989" y="3788"/>
                        <a:pt x="2203" y="3478"/>
                        <a:pt x="2155" y="3157"/>
                      </a:cubicBezTo>
                      <a:cubicBezTo>
                        <a:pt x="1977" y="2168"/>
                        <a:pt x="1655" y="1216"/>
                        <a:pt x="1203" y="323"/>
                      </a:cubicBezTo>
                      <a:cubicBezTo>
                        <a:pt x="1101" y="119"/>
                        <a:pt x="891" y="0"/>
                        <a:pt x="67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1" name="Google Shape;1061;p35"/>
                <p:cNvSpPr/>
                <p:nvPr/>
              </p:nvSpPr>
              <p:spPr>
                <a:xfrm>
                  <a:off x="3595186" y="2726710"/>
                  <a:ext cx="46837" cy="64339"/>
                </a:xfrm>
                <a:custGeom>
                  <a:rect b="b" l="l" r="r" t="t"/>
                  <a:pathLst>
                    <a:path extrusionOk="0" h="3665" w="2668">
                      <a:moveTo>
                        <a:pt x="2002" y="1"/>
                      </a:moveTo>
                      <a:cubicBezTo>
                        <a:pt x="1822" y="1"/>
                        <a:pt x="1644" y="81"/>
                        <a:pt x="1525" y="236"/>
                      </a:cubicBezTo>
                      <a:cubicBezTo>
                        <a:pt x="929" y="1045"/>
                        <a:pt x="453" y="1926"/>
                        <a:pt x="108" y="2867"/>
                      </a:cubicBezTo>
                      <a:cubicBezTo>
                        <a:pt x="1" y="3177"/>
                        <a:pt x="155" y="3510"/>
                        <a:pt x="465" y="3629"/>
                      </a:cubicBezTo>
                      <a:cubicBezTo>
                        <a:pt x="524" y="3653"/>
                        <a:pt x="596" y="3665"/>
                        <a:pt x="667" y="3665"/>
                      </a:cubicBezTo>
                      <a:cubicBezTo>
                        <a:pt x="905" y="3665"/>
                        <a:pt x="1132" y="3510"/>
                        <a:pt x="1215" y="3272"/>
                      </a:cubicBezTo>
                      <a:cubicBezTo>
                        <a:pt x="1525" y="2438"/>
                        <a:pt x="1941" y="1653"/>
                        <a:pt x="2477" y="938"/>
                      </a:cubicBezTo>
                      <a:cubicBezTo>
                        <a:pt x="2668" y="676"/>
                        <a:pt x="2620" y="307"/>
                        <a:pt x="2358" y="117"/>
                      </a:cubicBezTo>
                      <a:cubicBezTo>
                        <a:pt x="2251" y="39"/>
                        <a:pt x="2126" y="1"/>
                        <a:pt x="200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2" name="Google Shape;1062;p35"/>
                <p:cNvSpPr/>
                <p:nvPr/>
              </p:nvSpPr>
              <p:spPr>
                <a:xfrm>
                  <a:off x="3776186" y="2985054"/>
                  <a:ext cx="70448" cy="33600"/>
                </a:xfrm>
                <a:custGeom>
                  <a:rect b="b" l="l" r="r" t="t"/>
                  <a:pathLst>
                    <a:path extrusionOk="0" h="1914" w="4013">
                      <a:moveTo>
                        <a:pt x="3334" y="1"/>
                      </a:moveTo>
                      <a:cubicBezTo>
                        <a:pt x="3259" y="1"/>
                        <a:pt x="3182" y="15"/>
                        <a:pt x="3108" y="44"/>
                      </a:cubicBezTo>
                      <a:cubicBezTo>
                        <a:pt x="2298" y="402"/>
                        <a:pt x="1429" y="628"/>
                        <a:pt x="548" y="735"/>
                      </a:cubicBezTo>
                      <a:cubicBezTo>
                        <a:pt x="227" y="771"/>
                        <a:pt x="0" y="1068"/>
                        <a:pt x="36" y="1390"/>
                      </a:cubicBezTo>
                      <a:cubicBezTo>
                        <a:pt x="72" y="1687"/>
                        <a:pt x="322" y="1914"/>
                        <a:pt x="619" y="1914"/>
                      </a:cubicBezTo>
                      <a:cubicBezTo>
                        <a:pt x="643" y="1914"/>
                        <a:pt x="667" y="1914"/>
                        <a:pt x="691" y="1902"/>
                      </a:cubicBezTo>
                      <a:cubicBezTo>
                        <a:pt x="1679" y="1795"/>
                        <a:pt x="2655" y="1533"/>
                        <a:pt x="3572" y="1140"/>
                      </a:cubicBezTo>
                      <a:cubicBezTo>
                        <a:pt x="3870" y="1009"/>
                        <a:pt x="4013" y="652"/>
                        <a:pt x="3882" y="354"/>
                      </a:cubicBezTo>
                      <a:cubicBezTo>
                        <a:pt x="3783" y="130"/>
                        <a:pt x="3564" y="1"/>
                        <a:pt x="333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3" name="Google Shape;1063;p35"/>
                <p:cNvSpPr/>
                <p:nvPr/>
              </p:nvSpPr>
              <p:spPr>
                <a:xfrm>
                  <a:off x="3919146" y="2828436"/>
                  <a:ext cx="29071" cy="69623"/>
                </a:xfrm>
                <a:custGeom>
                  <a:rect b="b" l="l" r="r" t="t"/>
                  <a:pathLst>
                    <a:path extrusionOk="0" h="3966" w="1656">
                      <a:moveTo>
                        <a:pt x="1060" y="1"/>
                      </a:moveTo>
                      <a:cubicBezTo>
                        <a:pt x="738" y="1"/>
                        <a:pt x="465" y="263"/>
                        <a:pt x="465" y="596"/>
                      </a:cubicBezTo>
                      <a:cubicBezTo>
                        <a:pt x="465" y="1477"/>
                        <a:pt x="346" y="2358"/>
                        <a:pt x="95" y="3204"/>
                      </a:cubicBezTo>
                      <a:cubicBezTo>
                        <a:pt x="0" y="3525"/>
                        <a:pt x="179" y="3847"/>
                        <a:pt x="488" y="3942"/>
                      </a:cubicBezTo>
                      <a:cubicBezTo>
                        <a:pt x="548" y="3966"/>
                        <a:pt x="596" y="3966"/>
                        <a:pt x="655" y="3966"/>
                      </a:cubicBezTo>
                      <a:cubicBezTo>
                        <a:pt x="905" y="3966"/>
                        <a:pt x="1143" y="3799"/>
                        <a:pt x="1227" y="3549"/>
                      </a:cubicBezTo>
                      <a:cubicBezTo>
                        <a:pt x="1512" y="2597"/>
                        <a:pt x="1655" y="1596"/>
                        <a:pt x="1655" y="596"/>
                      </a:cubicBezTo>
                      <a:cubicBezTo>
                        <a:pt x="1655" y="263"/>
                        <a:pt x="1393" y="1"/>
                        <a:pt x="106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4" name="Google Shape;1064;p35"/>
                <p:cNvSpPr/>
                <p:nvPr/>
              </p:nvSpPr>
              <p:spPr>
                <a:xfrm>
                  <a:off x="3865220" y="2922140"/>
                  <a:ext cx="56457" cy="57651"/>
                </a:xfrm>
                <a:custGeom>
                  <a:rect b="b" l="l" r="r" t="t"/>
                  <a:pathLst>
                    <a:path extrusionOk="0" h="3284" w="3216">
                      <a:moveTo>
                        <a:pt x="2534" y="1"/>
                      </a:moveTo>
                      <a:cubicBezTo>
                        <a:pt x="2345" y="1"/>
                        <a:pt x="2161" y="98"/>
                        <a:pt x="2048" y="271"/>
                      </a:cubicBezTo>
                      <a:cubicBezTo>
                        <a:pt x="1560" y="1009"/>
                        <a:pt x="965" y="1676"/>
                        <a:pt x="286" y="2247"/>
                      </a:cubicBezTo>
                      <a:cubicBezTo>
                        <a:pt x="36" y="2450"/>
                        <a:pt x="0" y="2831"/>
                        <a:pt x="215" y="3081"/>
                      </a:cubicBezTo>
                      <a:cubicBezTo>
                        <a:pt x="334" y="3212"/>
                        <a:pt x="500" y="3283"/>
                        <a:pt x="667" y="3283"/>
                      </a:cubicBezTo>
                      <a:cubicBezTo>
                        <a:pt x="798" y="3283"/>
                        <a:pt x="929" y="3235"/>
                        <a:pt x="1048" y="3152"/>
                      </a:cubicBezTo>
                      <a:cubicBezTo>
                        <a:pt x="1810" y="2497"/>
                        <a:pt x="2477" y="1747"/>
                        <a:pt x="3025" y="914"/>
                      </a:cubicBezTo>
                      <a:cubicBezTo>
                        <a:pt x="3215" y="640"/>
                        <a:pt x="3132" y="283"/>
                        <a:pt x="2858" y="104"/>
                      </a:cubicBezTo>
                      <a:cubicBezTo>
                        <a:pt x="2757" y="34"/>
                        <a:pt x="2645" y="1"/>
                        <a:pt x="253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5" name="Google Shape;1065;p35"/>
                <p:cNvSpPr/>
                <p:nvPr/>
              </p:nvSpPr>
              <p:spPr>
                <a:xfrm>
                  <a:off x="3746502" y="2657880"/>
                  <a:ext cx="71291" cy="25332"/>
                </a:xfrm>
                <a:custGeom>
                  <a:rect b="b" l="l" r="r" t="t"/>
                  <a:pathLst>
                    <a:path extrusionOk="0" h="1443" w="4061">
                      <a:moveTo>
                        <a:pt x="1114" y="0"/>
                      </a:moveTo>
                      <a:cubicBezTo>
                        <a:pt x="933" y="0"/>
                        <a:pt x="753" y="5"/>
                        <a:pt x="572" y="13"/>
                      </a:cubicBezTo>
                      <a:cubicBezTo>
                        <a:pt x="251" y="37"/>
                        <a:pt x="1" y="311"/>
                        <a:pt x="13" y="644"/>
                      </a:cubicBezTo>
                      <a:cubicBezTo>
                        <a:pt x="35" y="952"/>
                        <a:pt x="287" y="1194"/>
                        <a:pt x="600" y="1194"/>
                      </a:cubicBezTo>
                      <a:cubicBezTo>
                        <a:pt x="614" y="1194"/>
                        <a:pt x="629" y="1193"/>
                        <a:pt x="644" y="1192"/>
                      </a:cubicBezTo>
                      <a:cubicBezTo>
                        <a:pt x="809" y="1183"/>
                        <a:pt x="973" y="1179"/>
                        <a:pt x="1138" y="1179"/>
                      </a:cubicBezTo>
                      <a:cubicBezTo>
                        <a:pt x="1862" y="1179"/>
                        <a:pt x="2576" y="1263"/>
                        <a:pt x="3275" y="1418"/>
                      </a:cubicBezTo>
                      <a:cubicBezTo>
                        <a:pt x="3323" y="1430"/>
                        <a:pt x="3370" y="1442"/>
                        <a:pt x="3418" y="1442"/>
                      </a:cubicBezTo>
                      <a:cubicBezTo>
                        <a:pt x="3680" y="1442"/>
                        <a:pt x="3918" y="1252"/>
                        <a:pt x="3989" y="990"/>
                      </a:cubicBezTo>
                      <a:cubicBezTo>
                        <a:pt x="4061" y="668"/>
                        <a:pt x="3870" y="347"/>
                        <a:pt x="3549" y="275"/>
                      </a:cubicBezTo>
                      <a:cubicBezTo>
                        <a:pt x="2758" y="90"/>
                        <a:pt x="1936" y="0"/>
                        <a:pt x="111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6" name="Google Shape;1066;p35"/>
                <p:cNvSpPr/>
                <p:nvPr/>
              </p:nvSpPr>
              <p:spPr>
                <a:xfrm>
                  <a:off x="3678796" y="2980964"/>
                  <a:ext cx="70027" cy="36234"/>
                </a:xfrm>
                <a:custGeom>
                  <a:rect b="b" l="l" r="r" t="t"/>
                  <a:pathLst>
                    <a:path extrusionOk="0" h="2064" w="3989">
                      <a:moveTo>
                        <a:pt x="675" y="0"/>
                      </a:moveTo>
                      <a:cubicBezTo>
                        <a:pt x="462" y="0"/>
                        <a:pt x="255" y="115"/>
                        <a:pt x="155" y="325"/>
                      </a:cubicBezTo>
                      <a:cubicBezTo>
                        <a:pt x="0" y="611"/>
                        <a:pt x="119" y="968"/>
                        <a:pt x="417" y="1111"/>
                      </a:cubicBezTo>
                      <a:cubicBezTo>
                        <a:pt x="1310" y="1563"/>
                        <a:pt x="2262" y="1885"/>
                        <a:pt x="3250" y="2051"/>
                      </a:cubicBezTo>
                      <a:cubicBezTo>
                        <a:pt x="3286" y="2063"/>
                        <a:pt x="3322" y="2063"/>
                        <a:pt x="3358" y="2063"/>
                      </a:cubicBezTo>
                      <a:cubicBezTo>
                        <a:pt x="3631" y="2063"/>
                        <a:pt x="3881" y="1861"/>
                        <a:pt x="3929" y="1575"/>
                      </a:cubicBezTo>
                      <a:cubicBezTo>
                        <a:pt x="3989" y="1254"/>
                        <a:pt x="3774" y="944"/>
                        <a:pt x="3453" y="896"/>
                      </a:cubicBezTo>
                      <a:cubicBezTo>
                        <a:pt x="2584" y="742"/>
                        <a:pt x="1738" y="456"/>
                        <a:pt x="941" y="63"/>
                      </a:cubicBezTo>
                      <a:cubicBezTo>
                        <a:pt x="856" y="21"/>
                        <a:pt x="765" y="0"/>
                        <a:pt x="67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7" name="Google Shape;1067;p35"/>
                <p:cNvSpPr/>
                <p:nvPr/>
              </p:nvSpPr>
              <p:spPr>
                <a:xfrm>
                  <a:off x="3840557" y="2680630"/>
                  <a:ext cx="62092" cy="51489"/>
                </a:xfrm>
                <a:custGeom>
                  <a:rect b="b" l="l" r="r" t="t"/>
                  <a:pathLst>
                    <a:path extrusionOk="0" h="2933" w="3537">
                      <a:moveTo>
                        <a:pt x="681" y="1"/>
                      </a:moveTo>
                      <a:cubicBezTo>
                        <a:pt x="474" y="1"/>
                        <a:pt x="268" y="107"/>
                        <a:pt x="155" y="301"/>
                      </a:cubicBezTo>
                      <a:cubicBezTo>
                        <a:pt x="0" y="575"/>
                        <a:pt x="96" y="944"/>
                        <a:pt x="381" y="1099"/>
                      </a:cubicBezTo>
                      <a:cubicBezTo>
                        <a:pt x="1143" y="1551"/>
                        <a:pt x="1846" y="2099"/>
                        <a:pt x="2453" y="2742"/>
                      </a:cubicBezTo>
                      <a:cubicBezTo>
                        <a:pt x="2572" y="2861"/>
                        <a:pt x="2727" y="2932"/>
                        <a:pt x="2882" y="2932"/>
                      </a:cubicBezTo>
                      <a:cubicBezTo>
                        <a:pt x="3025" y="2932"/>
                        <a:pt x="3179" y="2873"/>
                        <a:pt x="3287" y="2765"/>
                      </a:cubicBezTo>
                      <a:cubicBezTo>
                        <a:pt x="3525" y="2539"/>
                        <a:pt x="3537" y="2170"/>
                        <a:pt x="3310" y="1932"/>
                      </a:cubicBezTo>
                      <a:cubicBezTo>
                        <a:pt x="2620" y="1206"/>
                        <a:pt x="1834" y="575"/>
                        <a:pt x="965" y="75"/>
                      </a:cubicBezTo>
                      <a:cubicBezTo>
                        <a:pt x="877" y="25"/>
                        <a:pt x="779" y="1"/>
                        <a:pt x="68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68" name="Google Shape;1068;p35"/>
              <p:cNvSpPr/>
              <p:nvPr/>
            </p:nvSpPr>
            <p:spPr>
              <a:xfrm>
                <a:off x="3656432" y="2727921"/>
                <a:ext cx="221562" cy="221772"/>
              </a:xfrm>
              <a:custGeom>
                <a:rect b="b" l="l" r="r" t="t"/>
                <a:pathLst>
                  <a:path extrusionOk="0" h="12633" w="12621">
                    <a:moveTo>
                      <a:pt x="6310" y="0"/>
                    </a:moveTo>
                    <a:cubicBezTo>
                      <a:pt x="2822" y="0"/>
                      <a:pt x="0" y="2834"/>
                      <a:pt x="0" y="6322"/>
                    </a:cubicBezTo>
                    <a:cubicBezTo>
                      <a:pt x="0" y="9799"/>
                      <a:pt x="2822" y="12633"/>
                      <a:pt x="6310" y="12633"/>
                    </a:cubicBezTo>
                    <a:cubicBezTo>
                      <a:pt x="9799" y="12633"/>
                      <a:pt x="12621" y="9799"/>
                      <a:pt x="12621" y="6322"/>
                    </a:cubicBezTo>
                    <a:cubicBezTo>
                      <a:pt x="12621" y="2834"/>
                      <a:pt x="9799" y="0"/>
                      <a:pt x="6310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9" name="Google Shape;1069;p35"/>
            <p:cNvSpPr txBox="1"/>
            <p:nvPr/>
          </p:nvSpPr>
          <p:spPr>
            <a:xfrm>
              <a:off x="2024875" y="2965688"/>
              <a:ext cx="11928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BTS SIO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(2020)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070" name="Google Shape;1070;p35"/>
          <p:cNvGrpSpPr/>
          <p:nvPr/>
        </p:nvGrpSpPr>
        <p:grpSpPr>
          <a:xfrm>
            <a:off x="2690875" y="1956875"/>
            <a:ext cx="1708641" cy="429600"/>
            <a:chOff x="2767075" y="2185475"/>
            <a:chExt cx="1708641" cy="429600"/>
          </a:xfrm>
        </p:grpSpPr>
        <p:grpSp>
          <p:nvGrpSpPr>
            <p:cNvPr id="1071" name="Google Shape;1071;p35"/>
            <p:cNvGrpSpPr/>
            <p:nvPr/>
          </p:nvGrpSpPr>
          <p:grpSpPr>
            <a:xfrm>
              <a:off x="4113715" y="2219897"/>
              <a:ext cx="362001" cy="360757"/>
              <a:chOff x="4329840" y="1877687"/>
              <a:chExt cx="362001" cy="360757"/>
            </a:xfrm>
          </p:grpSpPr>
          <p:sp>
            <p:nvSpPr>
              <p:cNvPr id="1072" name="Google Shape;1072;p35"/>
              <p:cNvSpPr/>
              <p:nvPr/>
            </p:nvSpPr>
            <p:spPr>
              <a:xfrm>
                <a:off x="4400056" y="1947921"/>
                <a:ext cx="221579" cy="221562"/>
              </a:xfrm>
              <a:custGeom>
                <a:rect b="b" l="l" r="r" t="t"/>
                <a:pathLst>
                  <a:path extrusionOk="0" h="12621" w="12622">
                    <a:moveTo>
                      <a:pt x="6311" y="0"/>
                    </a:moveTo>
                    <a:cubicBezTo>
                      <a:pt x="2822" y="0"/>
                      <a:pt x="1" y="2822"/>
                      <a:pt x="1" y="6310"/>
                    </a:cubicBezTo>
                    <a:cubicBezTo>
                      <a:pt x="1" y="9799"/>
                      <a:pt x="2822" y="12621"/>
                      <a:pt x="6311" y="12621"/>
                    </a:cubicBezTo>
                    <a:cubicBezTo>
                      <a:pt x="9799" y="12621"/>
                      <a:pt x="12621" y="9799"/>
                      <a:pt x="12621" y="6310"/>
                    </a:cubicBezTo>
                    <a:cubicBezTo>
                      <a:pt x="12621" y="2822"/>
                      <a:pt x="9799" y="0"/>
                      <a:pt x="6311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73" name="Google Shape;1073;p35"/>
              <p:cNvGrpSpPr/>
              <p:nvPr/>
            </p:nvGrpSpPr>
            <p:grpSpPr>
              <a:xfrm>
                <a:off x="4329840" y="1877687"/>
                <a:ext cx="362001" cy="360757"/>
                <a:chOff x="4329840" y="1877687"/>
                <a:chExt cx="362001" cy="360757"/>
              </a:xfrm>
            </p:grpSpPr>
            <p:sp>
              <p:nvSpPr>
                <p:cNvPr id="1074" name="Google Shape;1074;p35"/>
                <p:cNvSpPr/>
                <p:nvPr/>
              </p:nvSpPr>
              <p:spPr>
                <a:xfrm>
                  <a:off x="4329840" y="2038588"/>
                  <a:ext cx="26350" cy="69869"/>
                </a:xfrm>
                <a:custGeom>
                  <a:rect b="b" l="l" r="r" t="t"/>
                  <a:pathLst>
                    <a:path extrusionOk="0" h="3980" w="1501">
                      <a:moveTo>
                        <a:pt x="601" y="1"/>
                      </a:moveTo>
                      <a:cubicBezTo>
                        <a:pt x="297" y="1"/>
                        <a:pt x="35" y="243"/>
                        <a:pt x="24" y="550"/>
                      </a:cubicBezTo>
                      <a:cubicBezTo>
                        <a:pt x="12" y="752"/>
                        <a:pt x="0" y="955"/>
                        <a:pt x="0" y="1145"/>
                      </a:cubicBezTo>
                      <a:cubicBezTo>
                        <a:pt x="0" y="1955"/>
                        <a:pt x="95" y="2753"/>
                        <a:pt x="286" y="3527"/>
                      </a:cubicBezTo>
                      <a:cubicBezTo>
                        <a:pt x="345" y="3800"/>
                        <a:pt x="583" y="3979"/>
                        <a:pt x="857" y="3979"/>
                      </a:cubicBezTo>
                      <a:cubicBezTo>
                        <a:pt x="905" y="3979"/>
                        <a:pt x="941" y="3979"/>
                        <a:pt x="988" y="3967"/>
                      </a:cubicBezTo>
                      <a:cubicBezTo>
                        <a:pt x="1310" y="3896"/>
                        <a:pt x="1500" y="3574"/>
                        <a:pt x="1429" y="3253"/>
                      </a:cubicBezTo>
                      <a:cubicBezTo>
                        <a:pt x="1262" y="2574"/>
                        <a:pt x="1191" y="1860"/>
                        <a:pt x="1191" y="1145"/>
                      </a:cubicBezTo>
                      <a:cubicBezTo>
                        <a:pt x="1191" y="967"/>
                        <a:pt x="1191" y="800"/>
                        <a:pt x="1203" y="621"/>
                      </a:cubicBezTo>
                      <a:cubicBezTo>
                        <a:pt x="1214" y="300"/>
                        <a:pt x="964" y="14"/>
                        <a:pt x="643" y="2"/>
                      </a:cubicBezTo>
                      <a:cubicBezTo>
                        <a:pt x="629" y="1"/>
                        <a:pt x="615" y="1"/>
                        <a:pt x="60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5" name="Google Shape;1075;p35"/>
                <p:cNvSpPr/>
                <p:nvPr/>
              </p:nvSpPr>
              <p:spPr>
                <a:xfrm>
                  <a:off x="4351361" y="2133732"/>
                  <a:ext cx="53947" cy="59564"/>
                </a:xfrm>
                <a:custGeom>
                  <a:rect b="b" l="l" r="r" t="t"/>
                  <a:pathLst>
                    <a:path extrusionOk="0" h="3393" w="3073">
                      <a:moveTo>
                        <a:pt x="669" y="1"/>
                      </a:moveTo>
                      <a:cubicBezTo>
                        <a:pt x="568" y="1"/>
                        <a:pt x="465" y="27"/>
                        <a:pt x="369" y="83"/>
                      </a:cubicBezTo>
                      <a:cubicBezTo>
                        <a:pt x="96" y="238"/>
                        <a:pt x="0" y="607"/>
                        <a:pt x="155" y="881"/>
                      </a:cubicBezTo>
                      <a:cubicBezTo>
                        <a:pt x="655" y="1750"/>
                        <a:pt x="1286" y="2536"/>
                        <a:pt x="2013" y="3226"/>
                      </a:cubicBezTo>
                      <a:cubicBezTo>
                        <a:pt x="2132" y="3333"/>
                        <a:pt x="2274" y="3393"/>
                        <a:pt x="2417" y="3393"/>
                      </a:cubicBezTo>
                      <a:cubicBezTo>
                        <a:pt x="2572" y="3393"/>
                        <a:pt x="2739" y="3322"/>
                        <a:pt x="2846" y="3202"/>
                      </a:cubicBezTo>
                      <a:cubicBezTo>
                        <a:pt x="3072" y="2964"/>
                        <a:pt x="3060" y="2595"/>
                        <a:pt x="2822" y="2369"/>
                      </a:cubicBezTo>
                      <a:cubicBezTo>
                        <a:pt x="2179" y="1762"/>
                        <a:pt x="1632" y="1059"/>
                        <a:pt x="1179" y="297"/>
                      </a:cubicBezTo>
                      <a:cubicBezTo>
                        <a:pt x="1068" y="107"/>
                        <a:pt x="872" y="1"/>
                        <a:pt x="66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6" name="Google Shape;1076;p35"/>
                <p:cNvSpPr/>
                <p:nvPr/>
              </p:nvSpPr>
              <p:spPr>
                <a:xfrm>
                  <a:off x="4397124" y="1888079"/>
                  <a:ext cx="66902" cy="44379"/>
                </a:xfrm>
                <a:custGeom>
                  <a:rect b="b" l="l" r="r" t="t"/>
                  <a:pathLst>
                    <a:path extrusionOk="0" h="2528" w="3811">
                      <a:moveTo>
                        <a:pt x="3148" y="1"/>
                      </a:moveTo>
                      <a:cubicBezTo>
                        <a:pt x="3080" y="1"/>
                        <a:pt x="3010" y="13"/>
                        <a:pt x="2942" y="40"/>
                      </a:cubicBezTo>
                      <a:cubicBezTo>
                        <a:pt x="2001" y="385"/>
                        <a:pt x="1120" y="861"/>
                        <a:pt x="310" y="1456"/>
                      </a:cubicBezTo>
                      <a:cubicBezTo>
                        <a:pt x="48" y="1659"/>
                        <a:pt x="1" y="2028"/>
                        <a:pt x="191" y="2290"/>
                      </a:cubicBezTo>
                      <a:cubicBezTo>
                        <a:pt x="310" y="2445"/>
                        <a:pt x="489" y="2528"/>
                        <a:pt x="668" y="2528"/>
                      </a:cubicBezTo>
                      <a:cubicBezTo>
                        <a:pt x="787" y="2528"/>
                        <a:pt x="918" y="2480"/>
                        <a:pt x="1025" y="2409"/>
                      </a:cubicBezTo>
                      <a:cubicBezTo>
                        <a:pt x="1739" y="1873"/>
                        <a:pt x="2513" y="1445"/>
                        <a:pt x="3346" y="1147"/>
                      </a:cubicBezTo>
                      <a:cubicBezTo>
                        <a:pt x="3656" y="1040"/>
                        <a:pt x="3811" y="694"/>
                        <a:pt x="3704" y="385"/>
                      </a:cubicBezTo>
                      <a:cubicBezTo>
                        <a:pt x="3611" y="153"/>
                        <a:pt x="3388" y="1"/>
                        <a:pt x="3148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7" name="Google Shape;1077;p35"/>
                <p:cNvSpPr/>
                <p:nvPr/>
              </p:nvSpPr>
              <p:spPr>
                <a:xfrm>
                  <a:off x="4338810" y="1946587"/>
                  <a:ext cx="46837" cy="64251"/>
                </a:xfrm>
                <a:custGeom>
                  <a:rect b="b" l="l" r="r" t="t"/>
                  <a:pathLst>
                    <a:path extrusionOk="0" h="3660" w="2668">
                      <a:moveTo>
                        <a:pt x="2014" y="0"/>
                      </a:moveTo>
                      <a:cubicBezTo>
                        <a:pt x="1830" y="0"/>
                        <a:pt x="1647" y="84"/>
                        <a:pt x="1525" y="243"/>
                      </a:cubicBezTo>
                      <a:cubicBezTo>
                        <a:pt x="930" y="1040"/>
                        <a:pt x="453" y="1933"/>
                        <a:pt x="108" y="2874"/>
                      </a:cubicBezTo>
                      <a:cubicBezTo>
                        <a:pt x="1" y="3172"/>
                        <a:pt x="156" y="3517"/>
                        <a:pt x="465" y="3624"/>
                      </a:cubicBezTo>
                      <a:cubicBezTo>
                        <a:pt x="525" y="3648"/>
                        <a:pt x="596" y="3660"/>
                        <a:pt x="668" y="3660"/>
                      </a:cubicBezTo>
                      <a:cubicBezTo>
                        <a:pt x="906" y="3660"/>
                        <a:pt x="1132" y="3517"/>
                        <a:pt x="1215" y="3267"/>
                      </a:cubicBezTo>
                      <a:cubicBezTo>
                        <a:pt x="1525" y="2445"/>
                        <a:pt x="1942" y="1660"/>
                        <a:pt x="2477" y="945"/>
                      </a:cubicBezTo>
                      <a:cubicBezTo>
                        <a:pt x="2668" y="683"/>
                        <a:pt x="2620" y="314"/>
                        <a:pt x="2358" y="112"/>
                      </a:cubicBezTo>
                      <a:cubicBezTo>
                        <a:pt x="2255" y="36"/>
                        <a:pt x="2134" y="0"/>
                        <a:pt x="2014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8" name="Google Shape;1078;p35"/>
                <p:cNvSpPr/>
                <p:nvPr/>
              </p:nvSpPr>
              <p:spPr>
                <a:xfrm>
                  <a:off x="4651272" y="1971584"/>
                  <a:ext cx="38691" cy="67692"/>
                </a:xfrm>
                <a:custGeom>
                  <a:rect b="b" l="l" r="r" t="t"/>
                  <a:pathLst>
                    <a:path extrusionOk="0" h="3856" w="2204">
                      <a:moveTo>
                        <a:pt x="685" y="1"/>
                      </a:moveTo>
                      <a:cubicBezTo>
                        <a:pt x="594" y="1"/>
                        <a:pt x="503" y="23"/>
                        <a:pt x="418" y="69"/>
                      </a:cubicBezTo>
                      <a:cubicBezTo>
                        <a:pt x="120" y="212"/>
                        <a:pt x="1" y="569"/>
                        <a:pt x="156" y="855"/>
                      </a:cubicBezTo>
                      <a:cubicBezTo>
                        <a:pt x="549" y="1652"/>
                        <a:pt x="834" y="2498"/>
                        <a:pt x="989" y="3367"/>
                      </a:cubicBezTo>
                      <a:cubicBezTo>
                        <a:pt x="1037" y="3653"/>
                        <a:pt x="1287" y="3855"/>
                        <a:pt x="1572" y="3855"/>
                      </a:cubicBezTo>
                      <a:cubicBezTo>
                        <a:pt x="1596" y="3855"/>
                        <a:pt x="1632" y="3855"/>
                        <a:pt x="1668" y="3843"/>
                      </a:cubicBezTo>
                      <a:cubicBezTo>
                        <a:pt x="1989" y="3796"/>
                        <a:pt x="2203" y="3486"/>
                        <a:pt x="2144" y="3164"/>
                      </a:cubicBezTo>
                      <a:cubicBezTo>
                        <a:pt x="1977" y="2176"/>
                        <a:pt x="1656" y="1224"/>
                        <a:pt x="1203" y="331"/>
                      </a:cubicBezTo>
                      <a:cubicBezTo>
                        <a:pt x="1103" y="122"/>
                        <a:pt x="897" y="1"/>
                        <a:pt x="685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9" name="Google Shape;1079;p35"/>
                <p:cNvSpPr/>
                <p:nvPr/>
              </p:nvSpPr>
              <p:spPr>
                <a:xfrm>
                  <a:off x="4662769" y="2048436"/>
                  <a:ext cx="29071" cy="69623"/>
                </a:xfrm>
                <a:custGeom>
                  <a:rect b="b" l="l" r="r" t="t"/>
                  <a:pathLst>
                    <a:path extrusionOk="0" h="3966" w="1656">
                      <a:moveTo>
                        <a:pt x="1060" y="1"/>
                      </a:moveTo>
                      <a:cubicBezTo>
                        <a:pt x="739" y="1"/>
                        <a:pt x="465" y="263"/>
                        <a:pt x="465" y="584"/>
                      </a:cubicBezTo>
                      <a:cubicBezTo>
                        <a:pt x="465" y="1477"/>
                        <a:pt x="346" y="2358"/>
                        <a:pt x="84" y="3204"/>
                      </a:cubicBezTo>
                      <a:cubicBezTo>
                        <a:pt x="1" y="3513"/>
                        <a:pt x="167" y="3847"/>
                        <a:pt x="489" y="3942"/>
                      </a:cubicBezTo>
                      <a:cubicBezTo>
                        <a:pt x="536" y="3954"/>
                        <a:pt x="596" y="3966"/>
                        <a:pt x="656" y="3966"/>
                      </a:cubicBezTo>
                      <a:cubicBezTo>
                        <a:pt x="906" y="3966"/>
                        <a:pt x="1144" y="3799"/>
                        <a:pt x="1215" y="3537"/>
                      </a:cubicBezTo>
                      <a:cubicBezTo>
                        <a:pt x="1501" y="2585"/>
                        <a:pt x="1656" y="1596"/>
                        <a:pt x="1656" y="584"/>
                      </a:cubicBezTo>
                      <a:cubicBezTo>
                        <a:pt x="1656" y="263"/>
                        <a:pt x="1382" y="1"/>
                        <a:pt x="1060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0" name="Google Shape;1080;p35"/>
                <p:cNvSpPr/>
                <p:nvPr/>
              </p:nvSpPr>
              <p:spPr>
                <a:xfrm>
                  <a:off x="4422420" y="2200788"/>
                  <a:ext cx="70044" cy="36409"/>
                </a:xfrm>
                <a:custGeom>
                  <a:rect b="b" l="l" r="r" t="t"/>
                  <a:pathLst>
                    <a:path extrusionOk="0" h="2074" w="3990">
                      <a:moveTo>
                        <a:pt x="683" y="1"/>
                      </a:moveTo>
                      <a:cubicBezTo>
                        <a:pt x="467" y="1"/>
                        <a:pt x="257" y="120"/>
                        <a:pt x="155" y="323"/>
                      </a:cubicBezTo>
                      <a:cubicBezTo>
                        <a:pt x="0" y="621"/>
                        <a:pt x="120" y="978"/>
                        <a:pt x="417" y="1121"/>
                      </a:cubicBezTo>
                      <a:cubicBezTo>
                        <a:pt x="1310" y="1573"/>
                        <a:pt x="2263" y="1883"/>
                        <a:pt x="3251" y="2061"/>
                      </a:cubicBezTo>
                      <a:cubicBezTo>
                        <a:pt x="3287" y="2061"/>
                        <a:pt x="3322" y="2073"/>
                        <a:pt x="3358" y="2073"/>
                      </a:cubicBezTo>
                      <a:cubicBezTo>
                        <a:pt x="3632" y="2073"/>
                        <a:pt x="3882" y="1871"/>
                        <a:pt x="3930" y="1573"/>
                      </a:cubicBezTo>
                      <a:cubicBezTo>
                        <a:pt x="3989" y="1252"/>
                        <a:pt x="3775" y="954"/>
                        <a:pt x="3453" y="895"/>
                      </a:cubicBezTo>
                      <a:cubicBezTo>
                        <a:pt x="2584" y="740"/>
                        <a:pt x="1739" y="466"/>
                        <a:pt x="941" y="61"/>
                      </a:cubicBezTo>
                      <a:cubicBezTo>
                        <a:pt x="859" y="20"/>
                        <a:pt x="771" y="1"/>
                        <a:pt x="683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1" name="Google Shape;1081;p35"/>
                <p:cNvSpPr/>
                <p:nvPr/>
              </p:nvSpPr>
              <p:spPr>
                <a:xfrm>
                  <a:off x="4584180" y="1900490"/>
                  <a:ext cx="62110" cy="51419"/>
                </a:xfrm>
                <a:custGeom>
                  <a:rect b="b" l="l" r="r" t="t"/>
                  <a:pathLst>
                    <a:path extrusionOk="0" h="2929" w="3538">
                      <a:moveTo>
                        <a:pt x="665" y="1"/>
                      </a:moveTo>
                      <a:cubicBezTo>
                        <a:pt x="463" y="1"/>
                        <a:pt x="267" y="106"/>
                        <a:pt x="156" y="297"/>
                      </a:cubicBezTo>
                      <a:cubicBezTo>
                        <a:pt x="1" y="583"/>
                        <a:pt x="96" y="940"/>
                        <a:pt x="382" y="1107"/>
                      </a:cubicBezTo>
                      <a:cubicBezTo>
                        <a:pt x="1144" y="1547"/>
                        <a:pt x="1846" y="2095"/>
                        <a:pt x="2454" y="2750"/>
                      </a:cubicBezTo>
                      <a:cubicBezTo>
                        <a:pt x="2573" y="2869"/>
                        <a:pt x="2727" y="2928"/>
                        <a:pt x="2882" y="2928"/>
                      </a:cubicBezTo>
                      <a:cubicBezTo>
                        <a:pt x="3025" y="2928"/>
                        <a:pt x="3168" y="2881"/>
                        <a:pt x="3287" y="2773"/>
                      </a:cubicBezTo>
                      <a:cubicBezTo>
                        <a:pt x="3525" y="2547"/>
                        <a:pt x="3537" y="2166"/>
                        <a:pt x="3311" y="1928"/>
                      </a:cubicBezTo>
                      <a:cubicBezTo>
                        <a:pt x="2620" y="1202"/>
                        <a:pt x="1834" y="583"/>
                        <a:pt x="965" y="83"/>
                      </a:cubicBezTo>
                      <a:cubicBezTo>
                        <a:pt x="870" y="27"/>
                        <a:pt x="767" y="1"/>
                        <a:pt x="665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2" name="Google Shape;1082;p35"/>
                <p:cNvSpPr/>
                <p:nvPr/>
              </p:nvSpPr>
              <p:spPr>
                <a:xfrm>
                  <a:off x="4608844" y="2142035"/>
                  <a:ext cx="56246" cy="57756"/>
                </a:xfrm>
                <a:custGeom>
                  <a:rect b="b" l="l" r="r" t="t"/>
                  <a:pathLst>
                    <a:path extrusionOk="0" h="3290" w="3204">
                      <a:moveTo>
                        <a:pt x="2533" y="0"/>
                      </a:moveTo>
                      <a:cubicBezTo>
                        <a:pt x="2343" y="0"/>
                        <a:pt x="2157" y="92"/>
                        <a:pt x="2037" y="265"/>
                      </a:cubicBezTo>
                      <a:cubicBezTo>
                        <a:pt x="1549" y="1003"/>
                        <a:pt x="965" y="1670"/>
                        <a:pt x="287" y="2241"/>
                      </a:cubicBezTo>
                      <a:cubicBezTo>
                        <a:pt x="37" y="2456"/>
                        <a:pt x="1" y="2825"/>
                        <a:pt x="215" y="3075"/>
                      </a:cubicBezTo>
                      <a:cubicBezTo>
                        <a:pt x="322" y="3218"/>
                        <a:pt x="489" y="3289"/>
                        <a:pt x="668" y="3289"/>
                      </a:cubicBezTo>
                      <a:cubicBezTo>
                        <a:pt x="799" y="3289"/>
                        <a:pt x="930" y="3241"/>
                        <a:pt x="1037" y="3146"/>
                      </a:cubicBezTo>
                      <a:cubicBezTo>
                        <a:pt x="1811" y="2503"/>
                        <a:pt x="2477" y="1753"/>
                        <a:pt x="3025" y="920"/>
                      </a:cubicBezTo>
                      <a:cubicBezTo>
                        <a:pt x="3204" y="646"/>
                        <a:pt x="3132" y="277"/>
                        <a:pt x="2858" y="98"/>
                      </a:cubicBezTo>
                      <a:cubicBezTo>
                        <a:pt x="2757" y="32"/>
                        <a:pt x="2644" y="0"/>
                        <a:pt x="253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3" name="Google Shape;1083;p35"/>
                <p:cNvSpPr/>
                <p:nvPr/>
              </p:nvSpPr>
              <p:spPr>
                <a:xfrm>
                  <a:off x="4519599" y="2204966"/>
                  <a:ext cx="70676" cy="33477"/>
                </a:xfrm>
                <a:custGeom>
                  <a:rect b="b" l="l" r="r" t="t"/>
                  <a:pathLst>
                    <a:path extrusionOk="0" h="1907" w="4026">
                      <a:moveTo>
                        <a:pt x="3351" y="1"/>
                      </a:moveTo>
                      <a:cubicBezTo>
                        <a:pt x="3274" y="1"/>
                        <a:pt x="3196" y="16"/>
                        <a:pt x="3120" y="49"/>
                      </a:cubicBezTo>
                      <a:cubicBezTo>
                        <a:pt x="2299" y="395"/>
                        <a:pt x="1442" y="633"/>
                        <a:pt x="560" y="728"/>
                      </a:cubicBezTo>
                      <a:cubicBezTo>
                        <a:pt x="239" y="776"/>
                        <a:pt x="1" y="1061"/>
                        <a:pt x="49" y="1383"/>
                      </a:cubicBezTo>
                      <a:cubicBezTo>
                        <a:pt x="84" y="1692"/>
                        <a:pt x="334" y="1907"/>
                        <a:pt x="632" y="1907"/>
                      </a:cubicBezTo>
                      <a:lnTo>
                        <a:pt x="703" y="1907"/>
                      </a:lnTo>
                      <a:cubicBezTo>
                        <a:pt x="1692" y="1788"/>
                        <a:pt x="2668" y="1526"/>
                        <a:pt x="3585" y="1133"/>
                      </a:cubicBezTo>
                      <a:cubicBezTo>
                        <a:pt x="3882" y="1002"/>
                        <a:pt x="4025" y="657"/>
                        <a:pt x="3894" y="359"/>
                      </a:cubicBezTo>
                      <a:cubicBezTo>
                        <a:pt x="3796" y="137"/>
                        <a:pt x="3579" y="1"/>
                        <a:pt x="3351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4" name="Google Shape;1084;p35"/>
                <p:cNvSpPr/>
                <p:nvPr/>
              </p:nvSpPr>
              <p:spPr>
                <a:xfrm>
                  <a:off x="4490143" y="1877687"/>
                  <a:ext cx="71291" cy="25314"/>
                </a:xfrm>
                <a:custGeom>
                  <a:rect b="b" l="l" r="r" t="t"/>
                  <a:pathLst>
                    <a:path extrusionOk="0" h="1442" w="4061">
                      <a:moveTo>
                        <a:pt x="1179" y="1"/>
                      </a:moveTo>
                      <a:cubicBezTo>
                        <a:pt x="976" y="1"/>
                        <a:pt x="774" y="12"/>
                        <a:pt x="572" y="24"/>
                      </a:cubicBezTo>
                      <a:cubicBezTo>
                        <a:pt x="250" y="48"/>
                        <a:pt x="0" y="322"/>
                        <a:pt x="12" y="643"/>
                      </a:cubicBezTo>
                      <a:cubicBezTo>
                        <a:pt x="35" y="969"/>
                        <a:pt x="297" y="1203"/>
                        <a:pt x="619" y="1203"/>
                      </a:cubicBezTo>
                      <a:cubicBezTo>
                        <a:pt x="627" y="1203"/>
                        <a:pt x="635" y="1203"/>
                        <a:pt x="643" y="1203"/>
                      </a:cubicBezTo>
                      <a:cubicBezTo>
                        <a:pt x="822" y="1191"/>
                        <a:pt x="1000" y="1191"/>
                        <a:pt x="1179" y="1191"/>
                      </a:cubicBezTo>
                      <a:cubicBezTo>
                        <a:pt x="1881" y="1191"/>
                        <a:pt x="2596" y="1275"/>
                        <a:pt x="3274" y="1429"/>
                      </a:cubicBezTo>
                      <a:cubicBezTo>
                        <a:pt x="3322" y="1441"/>
                        <a:pt x="3370" y="1441"/>
                        <a:pt x="3405" y="1441"/>
                      </a:cubicBezTo>
                      <a:cubicBezTo>
                        <a:pt x="3679" y="1441"/>
                        <a:pt x="3917" y="1263"/>
                        <a:pt x="3989" y="989"/>
                      </a:cubicBezTo>
                      <a:cubicBezTo>
                        <a:pt x="4060" y="667"/>
                        <a:pt x="3858" y="358"/>
                        <a:pt x="3548" y="274"/>
                      </a:cubicBezTo>
                      <a:cubicBezTo>
                        <a:pt x="2774" y="96"/>
                        <a:pt x="1977" y="1"/>
                        <a:pt x="117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85" name="Google Shape;1085;p35"/>
            <p:cNvSpPr txBox="1"/>
            <p:nvPr/>
          </p:nvSpPr>
          <p:spPr>
            <a:xfrm>
              <a:off x="2767075" y="2185475"/>
              <a:ext cx="11928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CESI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(2023)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086" name="Google Shape;1086;p35"/>
          <p:cNvGrpSpPr/>
          <p:nvPr/>
        </p:nvGrpSpPr>
        <p:grpSpPr>
          <a:xfrm>
            <a:off x="5765697" y="1509838"/>
            <a:ext cx="2171578" cy="734975"/>
            <a:chOff x="5841897" y="1738438"/>
            <a:chExt cx="2171578" cy="734975"/>
          </a:xfrm>
        </p:grpSpPr>
        <p:grpSp>
          <p:nvGrpSpPr>
            <p:cNvPr id="1087" name="Google Shape;1087;p35"/>
            <p:cNvGrpSpPr/>
            <p:nvPr/>
          </p:nvGrpSpPr>
          <p:grpSpPr>
            <a:xfrm>
              <a:off x="5841897" y="1738438"/>
              <a:ext cx="992630" cy="734975"/>
              <a:chOff x="5862447" y="1396213"/>
              <a:chExt cx="992630" cy="734975"/>
            </a:xfrm>
          </p:grpSpPr>
          <p:sp>
            <p:nvSpPr>
              <p:cNvPr id="1088" name="Google Shape;1088;p35"/>
              <p:cNvSpPr/>
              <p:nvPr/>
            </p:nvSpPr>
            <p:spPr>
              <a:xfrm>
                <a:off x="6199572" y="1449015"/>
                <a:ext cx="582124" cy="616198"/>
              </a:xfrm>
              <a:custGeom>
                <a:rect b="b" l="l" r="r" t="t"/>
                <a:pathLst>
                  <a:path extrusionOk="0" h="35101" w="33160">
                    <a:moveTo>
                      <a:pt x="33159" y="1"/>
                    </a:moveTo>
                    <a:lnTo>
                      <a:pt x="33159" y="1"/>
                    </a:lnTo>
                    <a:cubicBezTo>
                      <a:pt x="31552" y="894"/>
                      <a:pt x="29956" y="1787"/>
                      <a:pt x="28373" y="2715"/>
                    </a:cubicBezTo>
                    <a:cubicBezTo>
                      <a:pt x="23265" y="5692"/>
                      <a:pt x="18312" y="8919"/>
                      <a:pt x="13526" y="12383"/>
                    </a:cubicBezTo>
                    <a:cubicBezTo>
                      <a:pt x="8847" y="15777"/>
                      <a:pt x="4334" y="19408"/>
                      <a:pt x="0" y="23242"/>
                    </a:cubicBezTo>
                    <a:cubicBezTo>
                      <a:pt x="655" y="27183"/>
                      <a:pt x="1179" y="31148"/>
                      <a:pt x="1751" y="35100"/>
                    </a:cubicBezTo>
                    <a:cubicBezTo>
                      <a:pt x="1965" y="33969"/>
                      <a:pt x="2191" y="32826"/>
                      <a:pt x="2417" y="31695"/>
                    </a:cubicBezTo>
                    <a:cubicBezTo>
                      <a:pt x="2620" y="30707"/>
                      <a:pt x="2822" y="29707"/>
                      <a:pt x="3025" y="28719"/>
                    </a:cubicBezTo>
                    <a:cubicBezTo>
                      <a:pt x="3203" y="27838"/>
                      <a:pt x="3406" y="26957"/>
                      <a:pt x="3810" y="26147"/>
                    </a:cubicBezTo>
                    <a:cubicBezTo>
                      <a:pt x="4525" y="24682"/>
                      <a:pt x="5989" y="23647"/>
                      <a:pt x="7192" y="22611"/>
                    </a:cubicBezTo>
                    <a:cubicBezTo>
                      <a:pt x="8609" y="21384"/>
                      <a:pt x="10013" y="20170"/>
                      <a:pt x="11430" y="18956"/>
                    </a:cubicBezTo>
                    <a:cubicBezTo>
                      <a:pt x="14216" y="16551"/>
                      <a:pt x="16991" y="14145"/>
                      <a:pt x="19765" y="11729"/>
                    </a:cubicBezTo>
                    <a:cubicBezTo>
                      <a:pt x="24241" y="7847"/>
                      <a:pt x="28694" y="3918"/>
                      <a:pt x="33159" y="1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35"/>
              <p:cNvSpPr/>
              <p:nvPr/>
            </p:nvSpPr>
            <p:spPr>
              <a:xfrm>
                <a:off x="6240121" y="1905282"/>
                <a:ext cx="173917" cy="198986"/>
              </a:xfrm>
              <a:custGeom>
                <a:rect b="b" l="l" r="r" t="t"/>
                <a:pathLst>
                  <a:path extrusionOk="0" h="11335" w="9907">
                    <a:moveTo>
                      <a:pt x="2846" y="0"/>
                    </a:moveTo>
                    <a:cubicBezTo>
                      <a:pt x="2524" y="488"/>
                      <a:pt x="2274" y="1024"/>
                      <a:pt x="2108" y="1596"/>
                    </a:cubicBezTo>
                    <a:cubicBezTo>
                      <a:pt x="1869" y="2405"/>
                      <a:pt x="1715" y="3251"/>
                      <a:pt x="1548" y="4084"/>
                    </a:cubicBezTo>
                    <a:cubicBezTo>
                      <a:pt x="1357" y="4965"/>
                      <a:pt x="1179" y="5858"/>
                      <a:pt x="1000" y="6739"/>
                    </a:cubicBezTo>
                    <a:cubicBezTo>
                      <a:pt x="667" y="8263"/>
                      <a:pt x="334" y="9799"/>
                      <a:pt x="0" y="11335"/>
                    </a:cubicBezTo>
                    <a:cubicBezTo>
                      <a:pt x="524" y="10859"/>
                      <a:pt x="1060" y="10370"/>
                      <a:pt x="1584" y="9894"/>
                    </a:cubicBezTo>
                    <a:cubicBezTo>
                      <a:pt x="1738" y="9739"/>
                      <a:pt x="1893" y="9573"/>
                      <a:pt x="2048" y="9418"/>
                    </a:cubicBezTo>
                    <a:cubicBezTo>
                      <a:pt x="2965" y="8501"/>
                      <a:pt x="3893" y="7596"/>
                      <a:pt x="4834" y="6703"/>
                    </a:cubicBezTo>
                    <a:cubicBezTo>
                      <a:pt x="5787" y="5798"/>
                      <a:pt x="6751" y="4894"/>
                      <a:pt x="7727" y="4013"/>
                    </a:cubicBezTo>
                    <a:cubicBezTo>
                      <a:pt x="8192" y="3596"/>
                      <a:pt x="8656" y="3179"/>
                      <a:pt x="9132" y="2762"/>
                    </a:cubicBezTo>
                    <a:cubicBezTo>
                      <a:pt x="9382" y="2548"/>
                      <a:pt x="9644" y="2298"/>
                      <a:pt x="9906" y="2072"/>
                    </a:cubicBezTo>
                    <a:cubicBezTo>
                      <a:pt x="7537" y="1465"/>
                      <a:pt x="5156" y="822"/>
                      <a:pt x="2846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35"/>
              <p:cNvSpPr/>
              <p:nvPr/>
            </p:nvSpPr>
            <p:spPr>
              <a:xfrm>
                <a:off x="5862447" y="1396213"/>
                <a:ext cx="992630" cy="734975"/>
              </a:xfrm>
              <a:custGeom>
                <a:rect b="b" l="l" r="r" t="t"/>
                <a:pathLst>
                  <a:path extrusionOk="0" h="41867" w="56544">
                    <a:moveTo>
                      <a:pt x="47149" y="4819"/>
                    </a:moveTo>
                    <a:lnTo>
                      <a:pt x="47149" y="4819"/>
                    </a:lnTo>
                    <a:cubicBezTo>
                      <a:pt x="44839" y="6152"/>
                      <a:pt x="42565" y="7545"/>
                      <a:pt x="40315" y="8986"/>
                    </a:cubicBezTo>
                    <a:cubicBezTo>
                      <a:pt x="35350" y="12189"/>
                      <a:pt x="30528" y="15606"/>
                      <a:pt x="25885" y="19273"/>
                    </a:cubicBezTo>
                    <a:cubicBezTo>
                      <a:pt x="23349" y="21273"/>
                      <a:pt x="20860" y="23345"/>
                      <a:pt x="18443" y="25476"/>
                    </a:cubicBezTo>
                    <a:cubicBezTo>
                      <a:pt x="13597" y="23571"/>
                      <a:pt x="8716" y="21606"/>
                      <a:pt x="4323" y="18785"/>
                    </a:cubicBezTo>
                    <a:cubicBezTo>
                      <a:pt x="3561" y="18296"/>
                      <a:pt x="2846" y="17773"/>
                      <a:pt x="2132" y="17237"/>
                    </a:cubicBezTo>
                    <a:cubicBezTo>
                      <a:pt x="9156" y="16296"/>
                      <a:pt x="16110" y="15010"/>
                      <a:pt x="22956" y="13177"/>
                    </a:cubicBezTo>
                    <a:cubicBezTo>
                      <a:pt x="30147" y="11236"/>
                      <a:pt x="37196" y="8795"/>
                      <a:pt x="44101" y="6033"/>
                    </a:cubicBezTo>
                    <a:cubicBezTo>
                      <a:pt x="45113" y="5640"/>
                      <a:pt x="46137" y="5235"/>
                      <a:pt x="47149" y="4819"/>
                    </a:cubicBezTo>
                    <a:close/>
                    <a:moveTo>
                      <a:pt x="53722" y="2914"/>
                    </a:moveTo>
                    <a:lnTo>
                      <a:pt x="53722" y="2914"/>
                    </a:lnTo>
                    <a:cubicBezTo>
                      <a:pt x="51745" y="5831"/>
                      <a:pt x="50054" y="8938"/>
                      <a:pt x="48673" y="12200"/>
                    </a:cubicBezTo>
                    <a:cubicBezTo>
                      <a:pt x="46887" y="16403"/>
                      <a:pt x="45625" y="20821"/>
                      <a:pt x="44851" y="25321"/>
                    </a:cubicBezTo>
                    <a:cubicBezTo>
                      <a:pt x="44435" y="27738"/>
                      <a:pt x="44161" y="30167"/>
                      <a:pt x="44006" y="32608"/>
                    </a:cubicBezTo>
                    <a:cubicBezTo>
                      <a:pt x="38827" y="31750"/>
                      <a:pt x="33707" y="30643"/>
                      <a:pt x="28623" y="29322"/>
                    </a:cubicBezTo>
                    <a:cubicBezTo>
                      <a:pt x="27373" y="29000"/>
                      <a:pt x="26123" y="28655"/>
                      <a:pt x="24873" y="28333"/>
                    </a:cubicBezTo>
                    <a:cubicBezTo>
                      <a:pt x="25313" y="27833"/>
                      <a:pt x="25837" y="27381"/>
                      <a:pt x="26337" y="26940"/>
                    </a:cubicBezTo>
                    <a:cubicBezTo>
                      <a:pt x="27718" y="25714"/>
                      <a:pt x="29088" y="24500"/>
                      <a:pt x="30469" y="23285"/>
                    </a:cubicBezTo>
                    <a:cubicBezTo>
                      <a:pt x="35934" y="18439"/>
                      <a:pt x="41422" y="13605"/>
                      <a:pt x="46923" y="8807"/>
                    </a:cubicBezTo>
                    <a:cubicBezTo>
                      <a:pt x="49185" y="6831"/>
                      <a:pt x="51459" y="4878"/>
                      <a:pt x="53722" y="2914"/>
                    </a:cubicBezTo>
                    <a:close/>
                    <a:moveTo>
                      <a:pt x="52364" y="3009"/>
                    </a:moveTo>
                    <a:cubicBezTo>
                      <a:pt x="47899" y="6926"/>
                      <a:pt x="43446" y="10855"/>
                      <a:pt x="38970" y="14737"/>
                    </a:cubicBezTo>
                    <a:cubicBezTo>
                      <a:pt x="36196" y="17153"/>
                      <a:pt x="33421" y="19559"/>
                      <a:pt x="30635" y="21964"/>
                    </a:cubicBezTo>
                    <a:cubicBezTo>
                      <a:pt x="29218" y="23178"/>
                      <a:pt x="27814" y="24392"/>
                      <a:pt x="26397" y="25619"/>
                    </a:cubicBezTo>
                    <a:cubicBezTo>
                      <a:pt x="25194" y="26655"/>
                      <a:pt x="23730" y="27690"/>
                      <a:pt x="23015" y="29155"/>
                    </a:cubicBezTo>
                    <a:cubicBezTo>
                      <a:pt x="22611" y="29965"/>
                      <a:pt x="22408" y="30846"/>
                      <a:pt x="22230" y="31727"/>
                    </a:cubicBezTo>
                    <a:cubicBezTo>
                      <a:pt x="22027" y="32715"/>
                      <a:pt x="21825" y="33715"/>
                      <a:pt x="21622" y="34703"/>
                    </a:cubicBezTo>
                    <a:cubicBezTo>
                      <a:pt x="21396" y="35834"/>
                      <a:pt x="21170" y="36977"/>
                      <a:pt x="20956" y="38108"/>
                    </a:cubicBezTo>
                    <a:cubicBezTo>
                      <a:pt x="20384" y="34156"/>
                      <a:pt x="19860" y="30191"/>
                      <a:pt x="19205" y="26250"/>
                    </a:cubicBezTo>
                    <a:cubicBezTo>
                      <a:pt x="23539" y="22416"/>
                      <a:pt x="28052" y="18785"/>
                      <a:pt x="32731" y="15391"/>
                    </a:cubicBezTo>
                    <a:cubicBezTo>
                      <a:pt x="37517" y="11927"/>
                      <a:pt x="42470" y="8700"/>
                      <a:pt x="47578" y="5723"/>
                    </a:cubicBezTo>
                    <a:cubicBezTo>
                      <a:pt x="49161" y="4795"/>
                      <a:pt x="50757" y="3902"/>
                      <a:pt x="52364" y="3009"/>
                    </a:cubicBezTo>
                    <a:close/>
                    <a:moveTo>
                      <a:pt x="24361" y="29000"/>
                    </a:moveTo>
                    <a:cubicBezTo>
                      <a:pt x="26671" y="29822"/>
                      <a:pt x="29052" y="30465"/>
                      <a:pt x="31421" y="31072"/>
                    </a:cubicBezTo>
                    <a:cubicBezTo>
                      <a:pt x="31159" y="31298"/>
                      <a:pt x="30897" y="31548"/>
                      <a:pt x="30647" y="31762"/>
                    </a:cubicBezTo>
                    <a:cubicBezTo>
                      <a:pt x="30171" y="32179"/>
                      <a:pt x="29707" y="32596"/>
                      <a:pt x="29242" y="33013"/>
                    </a:cubicBezTo>
                    <a:cubicBezTo>
                      <a:pt x="28266" y="33894"/>
                      <a:pt x="27302" y="34798"/>
                      <a:pt x="26349" y="35703"/>
                    </a:cubicBezTo>
                    <a:cubicBezTo>
                      <a:pt x="25408" y="36596"/>
                      <a:pt x="24480" y="37501"/>
                      <a:pt x="23563" y="38418"/>
                    </a:cubicBezTo>
                    <a:cubicBezTo>
                      <a:pt x="23408" y="38573"/>
                      <a:pt x="23253" y="38739"/>
                      <a:pt x="23099" y="38894"/>
                    </a:cubicBezTo>
                    <a:cubicBezTo>
                      <a:pt x="22575" y="39370"/>
                      <a:pt x="22039" y="39859"/>
                      <a:pt x="21515" y="40335"/>
                    </a:cubicBezTo>
                    <a:cubicBezTo>
                      <a:pt x="21849" y="38799"/>
                      <a:pt x="22182" y="37263"/>
                      <a:pt x="22515" y="35739"/>
                    </a:cubicBezTo>
                    <a:cubicBezTo>
                      <a:pt x="22694" y="34858"/>
                      <a:pt x="22872" y="33965"/>
                      <a:pt x="23063" y="33084"/>
                    </a:cubicBezTo>
                    <a:cubicBezTo>
                      <a:pt x="23230" y="32251"/>
                      <a:pt x="23384" y="31405"/>
                      <a:pt x="23623" y="30596"/>
                    </a:cubicBezTo>
                    <a:cubicBezTo>
                      <a:pt x="23789" y="30024"/>
                      <a:pt x="24039" y="29488"/>
                      <a:pt x="24361" y="29000"/>
                    </a:cubicBezTo>
                    <a:close/>
                    <a:moveTo>
                      <a:pt x="55951" y="0"/>
                    </a:moveTo>
                    <a:cubicBezTo>
                      <a:pt x="55858" y="0"/>
                      <a:pt x="55761" y="34"/>
                      <a:pt x="55674" y="116"/>
                    </a:cubicBezTo>
                    <a:cubicBezTo>
                      <a:pt x="55591" y="175"/>
                      <a:pt x="55507" y="247"/>
                      <a:pt x="55436" y="318"/>
                    </a:cubicBezTo>
                    <a:cubicBezTo>
                      <a:pt x="55031" y="520"/>
                      <a:pt x="54638" y="735"/>
                      <a:pt x="54245" y="937"/>
                    </a:cubicBezTo>
                    <a:cubicBezTo>
                      <a:pt x="51197" y="2128"/>
                      <a:pt x="48197" y="3437"/>
                      <a:pt x="45161" y="4652"/>
                    </a:cubicBezTo>
                    <a:cubicBezTo>
                      <a:pt x="41684" y="6045"/>
                      <a:pt x="38172" y="7367"/>
                      <a:pt x="34636" y="8581"/>
                    </a:cubicBezTo>
                    <a:cubicBezTo>
                      <a:pt x="27683" y="10974"/>
                      <a:pt x="20586" y="12974"/>
                      <a:pt x="13371" y="14415"/>
                    </a:cubicBezTo>
                    <a:cubicBezTo>
                      <a:pt x="9204" y="15248"/>
                      <a:pt x="5001" y="15927"/>
                      <a:pt x="774" y="16332"/>
                    </a:cubicBezTo>
                    <a:cubicBezTo>
                      <a:pt x="346" y="16380"/>
                      <a:pt x="1" y="16927"/>
                      <a:pt x="382" y="17261"/>
                    </a:cubicBezTo>
                    <a:cubicBezTo>
                      <a:pt x="2215" y="18844"/>
                      <a:pt x="4311" y="20142"/>
                      <a:pt x="6418" y="21297"/>
                    </a:cubicBezTo>
                    <a:cubicBezTo>
                      <a:pt x="8764" y="22583"/>
                      <a:pt x="11216" y="23678"/>
                      <a:pt x="13681" y="24714"/>
                    </a:cubicBezTo>
                    <a:cubicBezTo>
                      <a:pt x="14848" y="25202"/>
                      <a:pt x="16026" y="25678"/>
                      <a:pt x="17205" y="26143"/>
                    </a:cubicBezTo>
                    <a:cubicBezTo>
                      <a:pt x="17550" y="26607"/>
                      <a:pt x="17777" y="27179"/>
                      <a:pt x="17931" y="27738"/>
                    </a:cubicBezTo>
                    <a:cubicBezTo>
                      <a:pt x="18193" y="28750"/>
                      <a:pt x="18336" y="29786"/>
                      <a:pt x="18527" y="30810"/>
                    </a:cubicBezTo>
                    <a:cubicBezTo>
                      <a:pt x="18967" y="33084"/>
                      <a:pt x="19408" y="35370"/>
                      <a:pt x="19813" y="37668"/>
                    </a:cubicBezTo>
                    <a:cubicBezTo>
                      <a:pt x="20051" y="38954"/>
                      <a:pt x="20313" y="40263"/>
                      <a:pt x="20503" y="41561"/>
                    </a:cubicBezTo>
                    <a:cubicBezTo>
                      <a:pt x="20532" y="41771"/>
                      <a:pt x="20715" y="41866"/>
                      <a:pt x="20899" y="41866"/>
                    </a:cubicBezTo>
                    <a:cubicBezTo>
                      <a:pt x="21018" y="41866"/>
                      <a:pt x="21138" y="41827"/>
                      <a:pt x="21217" y="41752"/>
                    </a:cubicBezTo>
                    <a:cubicBezTo>
                      <a:pt x="23301" y="39882"/>
                      <a:pt x="25385" y="38025"/>
                      <a:pt x="27456" y="36156"/>
                    </a:cubicBezTo>
                    <a:cubicBezTo>
                      <a:pt x="28480" y="35227"/>
                      <a:pt x="29504" y="34298"/>
                      <a:pt x="30516" y="33370"/>
                    </a:cubicBezTo>
                    <a:cubicBezTo>
                      <a:pt x="31314" y="32632"/>
                      <a:pt x="32136" y="31679"/>
                      <a:pt x="33255" y="31512"/>
                    </a:cubicBezTo>
                    <a:cubicBezTo>
                      <a:pt x="35434" y="32036"/>
                      <a:pt x="37624" y="32524"/>
                      <a:pt x="39827" y="32953"/>
                    </a:cubicBezTo>
                    <a:cubicBezTo>
                      <a:pt x="41339" y="33239"/>
                      <a:pt x="42851" y="33525"/>
                      <a:pt x="44363" y="33763"/>
                    </a:cubicBezTo>
                    <a:cubicBezTo>
                      <a:pt x="44405" y="33770"/>
                      <a:pt x="44445" y="33773"/>
                      <a:pt x="44485" y="33773"/>
                    </a:cubicBezTo>
                    <a:cubicBezTo>
                      <a:pt x="44786" y="33773"/>
                      <a:pt x="45021" y="33576"/>
                      <a:pt x="45042" y="33239"/>
                    </a:cubicBezTo>
                    <a:cubicBezTo>
                      <a:pt x="45304" y="28679"/>
                      <a:pt x="45982" y="24131"/>
                      <a:pt x="47197" y="19713"/>
                    </a:cubicBezTo>
                    <a:cubicBezTo>
                      <a:pt x="48388" y="15403"/>
                      <a:pt x="50078" y="11236"/>
                      <a:pt x="52245" y="7331"/>
                    </a:cubicBezTo>
                    <a:cubicBezTo>
                      <a:pt x="53507" y="5081"/>
                      <a:pt x="54900" y="2902"/>
                      <a:pt x="56400" y="806"/>
                    </a:cubicBezTo>
                    <a:cubicBezTo>
                      <a:pt x="56412" y="782"/>
                      <a:pt x="56424" y="771"/>
                      <a:pt x="56436" y="747"/>
                    </a:cubicBezTo>
                    <a:cubicBezTo>
                      <a:pt x="56436" y="747"/>
                      <a:pt x="56436" y="735"/>
                      <a:pt x="56436" y="735"/>
                    </a:cubicBezTo>
                    <a:cubicBezTo>
                      <a:pt x="56460" y="699"/>
                      <a:pt x="56484" y="663"/>
                      <a:pt x="56484" y="628"/>
                    </a:cubicBezTo>
                    <a:cubicBezTo>
                      <a:pt x="56543" y="437"/>
                      <a:pt x="56436" y="259"/>
                      <a:pt x="56281" y="139"/>
                    </a:cubicBezTo>
                    <a:cubicBezTo>
                      <a:pt x="56193" y="58"/>
                      <a:pt x="56075" y="0"/>
                      <a:pt x="5595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91" name="Google Shape;1091;p35"/>
            <p:cNvSpPr txBox="1"/>
            <p:nvPr/>
          </p:nvSpPr>
          <p:spPr>
            <a:xfrm>
              <a:off x="6820675" y="1891138"/>
              <a:ext cx="11928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Future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pic>
        <p:nvPicPr>
          <p:cNvPr id="1092" name="Google Shape;109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816" y="2562675"/>
            <a:ext cx="628297" cy="63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35"/>
          <p:cNvPicPr preferRelativeResize="0"/>
          <p:nvPr/>
        </p:nvPicPr>
        <p:blipFill rotWithShape="1">
          <a:blip r:embed="rId4">
            <a:alphaModFix/>
          </a:blip>
          <a:srcRect b="0" l="0" r="0" t="2277"/>
          <a:stretch/>
        </p:blipFill>
        <p:spPr>
          <a:xfrm>
            <a:off x="385075" y="4305975"/>
            <a:ext cx="3133699" cy="62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5050" y="1498900"/>
            <a:ext cx="747656" cy="3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25800" y="997125"/>
            <a:ext cx="636750" cy="63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7" name="Google Shape;1097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73000" y="1320125"/>
            <a:ext cx="636750" cy="63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36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/>
              <a:t>Compétences </a:t>
            </a:r>
            <a:r>
              <a:rPr lang="en"/>
              <a:t>acquises</a:t>
            </a:r>
            <a:endParaRPr b="1"/>
          </a:p>
        </p:txBody>
      </p:sp>
      <p:sp>
        <p:nvSpPr>
          <p:cNvPr id="1103" name="Google Shape;1103;p36"/>
          <p:cNvSpPr/>
          <p:nvPr/>
        </p:nvSpPr>
        <p:spPr>
          <a:xfrm>
            <a:off x="0" y="0"/>
            <a:ext cx="9144284" cy="341412"/>
          </a:xfrm>
          <a:custGeom>
            <a:rect b="b" l="l" r="r" t="t"/>
            <a:pathLst>
              <a:path extrusionOk="0" h="11992" w="283346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36"/>
          <p:cNvSpPr txBox="1"/>
          <p:nvPr>
            <p:ph idx="1" type="subTitle"/>
          </p:nvPr>
        </p:nvSpPr>
        <p:spPr>
          <a:xfrm>
            <a:off x="1948175" y="165606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Cahier des charges</a:t>
            </a:r>
            <a:endParaRPr/>
          </a:p>
        </p:txBody>
      </p:sp>
      <p:sp>
        <p:nvSpPr>
          <p:cNvPr id="1105" name="Google Shape;1105;p36"/>
          <p:cNvSpPr txBox="1"/>
          <p:nvPr>
            <p:ph idx="2" type="subTitle"/>
          </p:nvPr>
        </p:nvSpPr>
        <p:spPr>
          <a:xfrm>
            <a:off x="1948175" y="2085866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Premier projet de la formation</a:t>
            </a:r>
            <a:endParaRPr/>
          </a:p>
        </p:txBody>
      </p:sp>
      <p:sp>
        <p:nvSpPr>
          <p:cNvPr id="1106" name="Google Shape;1106;p36"/>
          <p:cNvSpPr txBox="1"/>
          <p:nvPr>
            <p:ph idx="3" type="subTitle"/>
          </p:nvPr>
        </p:nvSpPr>
        <p:spPr>
          <a:xfrm>
            <a:off x="5364475" y="165606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Déploiement</a:t>
            </a:r>
            <a:endParaRPr/>
          </a:p>
        </p:txBody>
      </p:sp>
      <p:sp>
        <p:nvSpPr>
          <p:cNvPr id="1107" name="Google Shape;1107;p36"/>
          <p:cNvSpPr txBox="1"/>
          <p:nvPr>
            <p:ph idx="4" type="subTitle"/>
          </p:nvPr>
        </p:nvSpPr>
        <p:spPr>
          <a:xfrm>
            <a:off x="5364475" y="2085866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Projets concrets</a:t>
            </a:r>
            <a:endParaRPr/>
          </a:p>
        </p:txBody>
      </p:sp>
      <p:sp>
        <p:nvSpPr>
          <p:cNvPr id="1108" name="Google Shape;1108;p36"/>
          <p:cNvSpPr txBox="1"/>
          <p:nvPr>
            <p:ph idx="5" type="subTitle"/>
          </p:nvPr>
        </p:nvSpPr>
        <p:spPr>
          <a:xfrm>
            <a:off x="1948175" y="318927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Management</a:t>
            </a:r>
            <a:endParaRPr/>
          </a:p>
        </p:txBody>
      </p:sp>
      <p:sp>
        <p:nvSpPr>
          <p:cNvPr id="1109" name="Google Shape;1109;p36"/>
          <p:cNvSpPr txBox="1"/>
          <p:nvPr>
            <p:ph idx="6" type="subTitle"/>
          </p:nvPr>
        </p:nvSpPr>
        <p:spPr>
          <a:xfrm>
            <a:off x="1948175" y="3619070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Les différents cubes et séminaires</a:t>
            </a:r>
            <a:endParaRPr/>
          </a:p>
        </p:txBody>
      </p:sp>
      <p:sp>
        <p:nvSpPr>
          <p:cNvPr id="1110" name="Google Shape;1110;p36"/>
          <p:cNvSpPr txBox="1"/>
          <p:nvPr>
            <p:ph idx="7" type="subTitle"/>
          </p:nvPr>
        </p:nvSpPr>
        <p:spPr>
          <a:xfrm>
            <a:off x="5364475" y="3189270"/>
            <a:ext cx="2529300" cy="4425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Sécurisation</a:t>
            </a:r>
            <a:endParaRPr/>
          </a:p>
        </p:txBody>
      </p:sp>
      <p:sp>
        <p:nvSpPr>
          <p:cNvPr id="1111" name="Google Shape;1111;p36"/>
          <p:cNvSpPr txBox="1"/>
          <p:nvPr>
            <p:ph idx="8" type="subTitle"/>
          </p:nvPr>
        </p:nvSpPr>
        <p:spPr>
          <a:xfrm>
            <a:off x="5364475" y="3619070"/>
            <a:ext cx="2529300" cy="5160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Nouvelle expérience</a:t>
            </a:r>
            <a:endParaRPr/>
          </a:p>
        </p:txBody>
      </p:sp>
      <p:sp>
        <p:nvSpPr>
          <p:cNvPr id="1112" name="Google Shape;1112;p36"/>
          <p:cNvSpPr/>
          <p:nvPr/>
        </p:nvSpPr>
        <p:spPr>
          <a:xfrm flipH="1">
            <a:off x="1250225" y="1787409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3" name="Google Shape;1113;p36"/>
          <p:cNvGrpSpPr/>
          <p:nvPr/>
        </p:nvGrpSpPr>
        <p:grpSpPr>
          <a:xfrm>
            <a:off x="1530623" y="1747285"/>
            <a:ext cx="360400" cy="374350"/>
            <a:chOff x="1292925" y="238125"/>
            <a:chExt cx="5033525" cy="5228350"/>
          </a:xfrm>
        </p:grpSpPr>
        <p:sp>
          <p:nvSpPr>
            <p:cNvPr id="1114" name="Google Shape;1114;p36"/>
            <p:cNvSpPr/>
            <p:nvPr/>
          </p:nvSpPr>
          <p:spPr>
            <a:xfrm>
              <a:off x="4991300" y="1473975"/>
              <a:ext cx="1199750" cy="1199725"/>
            </a:xfrm>
            <a:custGeom>
              <a:rect b="b" l="l" r="r" t="t"/>
              <a:pathLst>
                <a:path extrusionOk="0" h="47989" w="47990">
                  <a:moveTo>
                    <a:pt x="47989" y="23994"/>
                  </a:moveTo>
                  <a:cubicBezTo>
                    <a:pt x="47989" y="37254"/>
                    <a:pt x="37254" y="47988"/>
                    <a:pt x="23995" y="47988"/>
                  </a:cubicBezTo>
                  <a:cubicBezTo>
                    <a:pt x="10736" y="47988"/>
                    <a:pt x="1" y="37254"/>
                    <a:pt x="1" y="23994"/>
                  </a:cubicBezTo>
                  <a:cubicBezTo>
                    <a:pt x="1" y="10735"/>
                    <a:pt x="10736" y="0"/>
                    <a:pt x="23995" y="0"/>
                  </a:cubicBezTo>
                  <a:cubicBezTo>
                    <a:pt x="37254" y="0"/>
                    <a:pt x="47989" y="10735"/>
                    <a:pt x="47989" y="23994"/>
                  </a:cubicBezTo>
                  <a:close/>
                  <a:moveTo>
                    <a:pt x="47989" y="23994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6"/>
            <p:cNvSpPr/>
            <p:nvPr/>
          </p:nvSpPr>
          <p:spPr>
            <a:xfrm>
              <a:off x="3365150" y="4047400"/>
              <a:ext cx="306400" cy="418500"/>
            </a:xfrm>
            <a:custGeom>
              <a:rect b="b" l="l" r="r" t="t"/>
              <a:pathLst>
                <a:path extrusionOk="0" h="16740" w="12256">
                  <a:moveTo>
                    <a:pt x="1" y="10612"/>
                  </a:moveTo>
                  <a:cubicBezTo>
                    <a:pt x="1" y="13995"/>
                    <a:pt x="2746" y="16740"/>
                    <a:pt x="6128" y="16740"/>
                  </a:cubicBezTo>
                  <a:cubicBezTo>
                    <a:pt x="9510" y="16740"/>
                    <a:pt x="12255" y="13995"/>
                    <a:pt x="12255" y="10612"/>
                  </a:cubicBezTo>
                  <a:lnTo>
                    <a:pt x="12255" y="0"/>
                  </a:lnTo>
                  <a:lnTo>
                    <a:pt x="1" y="0"/>
                  </a:lnTo>
                  <a:close/>
                  <a:moveTo>
                    <a:pt x="1" y="10612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6"/>
            <p:cNvSpPr/>
            <p:nvPr/>
          </p:nvSpPr>
          <p:spPr>
            <a:xfrm>
              <a:off x="1292925" y="238125"/>
              <a:ext cx="4461850" cy="3502925"/>
            </a:xfrm>
            <a:custGeom>
              <a:rect b="b" l="l" r="r" t="t"/>
              <a:pathLst>
                <a:path extrusionOk="0" h="140117" w="178474">
                  <a:moveTo>
                    <a:pt x="144137" y="96712"/>
                  </a:moveTo>
                  <a:cubicBezTo>
                    <a:pt x="141809" y="93918"/>
                    <a:pt x="139897" y="90731"/>
                    <a:pt x="138451" y="87251"/>
                  </a:cubicBezTo>
                  <a:cubicBezTo>
                    <a:pt x="134775" y="78355"/>
                    <a:pt x="134775" y="68502"/>
                    <a:pt x="138451" y="59605"/>
                  </a:cubicBezTo>
                  <a:cubicBezTo>
                    <a:pt x="144995" y="43797"/>
                    <a:pt x="161710" y="34655"/>
                    <a:pt x="178474" y="37768"/>
                  </a:cubicBezTo>
                  <a:lnTo>
                    <a:pt x="178474" y="6127"/>
                  </a:lnTo>
                  <a:cubicBezTo>
                    <a:pt x="178474" y="2745"/>
                    <a:pt x="175729" y="0"/>
                    <a:pt x="172347" y="0"/>
                  </a:cubicBezTo>
                  <a:lnTo>
                    <a:pt x="6128" y="0"/>
                  </a:lnTo>
                  <a:cubicBezTo>
                    <a:pt x="2746" y="0"/>
                    <a:pt x="1" y="2745"/>
                    <a:pt x="1" y="6127"/>
                  </a:cubicBezTo>
                  <a:lnTo>
                    <a:pt x="1" y="133989"/>
                  </a:lnTo>
                  <a:cubicBezTo>
                    <a:pt x="1" y="137372"/>
                    <a:pt x="2697" y="140117"/>
                    <a:pt x="6104" y="140117"/>
                  </a:cubicBezTo>
                  <a:lnTo>
                    <a:pt x="130290" y="140117"/>
                  </a:lnTo>
                  <a:cubicBezTo>
                    <a:pt x="130265" y="133695"/>
                    <a:pt x="130241" y="127299"/>
                    <a:pt x="130241" y="120877"/>
                  </a:cubicBezTo>
                  <a:cubicBezTo>
                    <a:pt x="130241" y="113402"/>
                    <a:pt x="133280" y="106295"/>
                    <a:pt x="138549" y="101025"/>
                  </a:cubicBezTo>
                  <a:cubicBezTo>
                    <a:pt x="140216" y="99359"/>
                    <a:pt x="142078" y="97913"/>
                    <a:pt x="144137" y="96712"/>
                  </a:cubicBezTo>
                  <a:close/>
                  <a:moveTo>
                    <a:pt x="128255" y="53258"/>
                  </a:moveTo>
                  <a:lnTo>
                    <a:pt x="108918" y="72570"/>
                  </a:lnTo>
                  <a:cubicBezTo>
                    <a:pt x="106541" y="74972"/>
                    <a:pt x="102644" y="74972"/>
                    <a:pt x="100266" y="72570"/>
                  </a:cubicBezTo>
                  <a:lnTo>
                    <a:pt x="84556" y="56860"/>
                  </a:lnTo>
                  <a:lnTo>
                    <a:pt x="51543" y="89874"/>
                  </a:lnTo>
                  <a:cubicBezTo>
                    <a:pt x="49141" y="92251"/>
                    <a:pt x="45269" y="92251"/>
                    <a:pt x="42867" y="89874"/>
                  </a:cubicBezTo>
                  <a:lnTo>
                    <a:pt x="32132" y="79114"/>
                  </a:lnTo>
                  <a:lnTo>
                    <a:pt x="22304" y="88942"/>
                  </a:lnTo>
                  <a:cubicBezTo>
                    <a:pt x="19902" y="91344"/>
                    <a:pt x="16030" y="91344"/>
                    <a:pt x="13628" y="88942"/>
                  </a:cubicBezTo>
                  <a:cubicBezTo>
                    <a:pt x="11250" y="86565"/>
                    <a:pt x="11250" y="82668"/>
                    <a:pt x="13628" y="80291"/>
                  </a:cubicBezTo>
                  <a:lnTo>
                    <a:pt x="27794" y="66125"/>
                  </a:lnTo>
                  <a:cubicBezTo>
                    <a:pt x="30196" y="63723"/>
                    <a:pt x="34068" y="63723"/>
                    <a:pt x="36470" y="66125"/>
                  </a:cubicBezTo>
                  <a:lnTo>
                    <a:pt x="47205" y="76884"/>
                  </a:lnTo>
                  <a:lnTo>
                    <a:pt x="80218" y="43871"/>
                  </a:lnTo>
                  <a:cubicBezTo>
                    <a:pt x="82596" y="41469"/>
                    <a:pt x="86492" y="41469"/>
                    <a:pt x="88870" y="43871"/>
                  </a:cubicBezTo>
                  <a:lnTo>
                    <a:pt x="104604" y="59581"/>
                  </a:lnTo>
                  <a:lnTo>
                    <a:pt x="119604" y="44581"/>
                  </a:lnTo>
                  <a:cubicBezTo>
                    <a:pt x="121981" y="42180"/>
                    <a:pt x="125854" y="42180"/>
                    <a:pt x="128255" y="44581"/>
                  </a:cubicBezTo>
                  <a:cubicBezTo>
                    <a:pt x="130657" y="46983"/>
                    <a:pt x="130657" y="50856"/>
                    <a:pt x="128255" y="53258"/>
                  </a:cubicBezTo>
                  <a:close/>
                  <a:moveTo>
                    <a:pt x="128255" y="53258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6"/>
            <p:cNvSpPr/>
            <p:nvPr/>
          </p:nvSpPr>
          <p:spPr>
            <a:xfrm>
              <a:off x="4855275" y="2864225"/>
              <a:ext cx="1471175" cy="2602250"/>
            </a:xfrm>
            <a:custGeom>
              <a:rect b="b" l="l" r="r" t="t"/>
              <a:pathLst>
                <a:path extrusionOk="0" h="104090" w="58847">
                  <a:moveTo>
                    <a:pt x="54043" y="4657"/>
                  </a:moveTo>
                  <a:cubicBezTo>
                    <a:pt x="51126" y="1814"/>
                    <a:pt x="47131" y="25"/>
                    <a:pt x="42842" y="25"/>
                  </a:cubicBezTo>
                  <a:cubicBezTo>
                    <a:pt x="42083" y="25"/>
                    <a:pt x="20049" y="1"/>
                    <a:pt x="15858" y="1"/>
                  </a:cubicBezTo>
                  <a:cubicBezTo>
                    <a:pt x="7305" y="1"/>
                    <a:pt x="1" y="7280"/>
                    <a:pt x="1" y="15833"/>
                  </a:cubicBezTo>
                  <a:lnTo>
                    <a:pt x="74" y="47376"/>
                  </a:lnTo>
                  <a:cubicBezTo>
                    <a:pt x="74" y="51273"/>
                    <a:pt x="1471" y="54827"/>
                    <a:pt x="3800" y="57596"/>
                  </a:cubicBezTo>
                  <a:cubicBezTo>
                    <a:pt x="5025" y="59042"/>
                    <a:pt x="6520" y="60268"/>
                    <a:pt x="8187" y="61199"/>
                  </a:cubicBezTo>
                  <a:lnTo>
                    <a:pt x="8187" y="97423"/>
                  </a:lnTo>
                  <a:cubicBezTo>
                    <a:pt x="8187" y="97619"/>
                    <a:pt x="8162" y="97791"/>
                    <a:pt x="8162" y="97962"/>
                  </a:cubicBezTo>
                  <a:cubicBezTo>
                    <a:pt x="8162" y="101344"/>
                    <a:pt x="10907" y="104089"/>
                    <a:pt x="14290" y="104089"/>
                  </a:cubicBezTo>
                  <a:lnTo>
                    <a:pt x="44607" y="104065"/>
                  </a:lnTo>
                  <a:cubicBezTo>
                    <a:pt x="47989" y="104065"/>
                    <a:pt x="50710" y="101344"/>
                    <a:pt x="50710" y="97962"/>
                  </a:cubicBezTo>
                  <a:lnTo>
                    <a:pt x="50685" y="61199"/>
                  </a:lnTo>
                  <a:cubicBezTo>
                    <a:pt x="52352" y="60268"/>
                    <a:pt x="53847" y="59042"/>
                    <a:pt x="55072" y="57596"/>
                  </a:cubicBezTo>
                  <a:cubicBezTo>
                    <a:pt x="57401" y="54827"/>
                    <a:pt x="58798" y="51273"/>
                    <a:pt x="58798" y="47376"/>
                  </a:cubicBezTo>
                  <a:cubicBezTo>
                    <a:pt x="58798" y="47376"/>
                    <a:pt x="58847" y="15858"/>
                    <a:pt x="58847" y="15858"/>
                  </a:cubicBezTo>
                  <a:cubicBezTo>
                    <a:pt x="58847" y="11520"/>
                    <a:pt x="56984" y="7549"/>
                    <a:pt x="54043" y="4657"/>
                  </a:cubicBezTo>
                  <a:close/>
                  <a:moveTo>
                    <a:pt x="54043" y="4657"/>
                  </a:move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8" name="Google Shape;1118;p36"/>
          <p:cNvGrpSpPr/>
          <p:nvPr/>
        </p:nvGrpSpPr>
        <p:grpSpPr>
          <a:xfrm>
            <a:off x="4957192" y="3248745"/>
            <a:ext cx="334911" cy="374350"/>
            <a:chOff x="1476150" y="238125"/>
            <a:chExt cx="4677525" cy="5228350"/>
          </a:xfrm>
        </p:grpSpPr>
        <p:sp>
          <p:nvSpPr>
            <p:cNvPr id="1119" name="Google Shape;1119;p36"/>
            <p:cNvSpPr/>
            <p:nvPr/>
          </p:nvSpPr>
          <p:spPr>
            <a:xfrm>
              <a:off x="1476150" y="4445650"/>
              <a:ext cx="1511600" cy="1020825"/>
            </a:xfrm>
            <a:custGeom>
              <a:rect b="b" l="l" r="r" t="t"/>
              <a:pathLst>
                <a:path extrusionOk="0" h="40833" w="60464">
                  <a:moveTo>
                    <a:pt x="14803" y="1"/>
                  </a:moveTo>
                  <a:cubicBezTo>
                    <a:pt x="10857" y="1"/>
                    <a:pt x="7132" y="1545"/>
                    <a:pt x="4338" y="4339"/>
                  </a:cubicBezTo>
                  <a:cubicBezTo>
                    <a:pt x="1544" y="7133"/>
                    <a:pt x="0" y="10858"/>
                    <a:pt x="25" y="14780"/>
                  </a:cubicBezTo>
                  <a:lnTo>
                    <a:pt x="49" y="28921"/>
                  </a:lnTo>
                  <a:cubicBezTo>
                    <a:pt x="49" y="31200"/>
                    <a:pt x="1324" y="33308"/>
                    <a:pt x="3358" y="34362"/>
                  </a:cubicBezTo>
                  <a:cubicBezTo>
                    <a:pt x="11617" y="38602"/>
                    <a:pt x="20906" y="40832"/>
                    <a:pt x="30244" y="40832"/>
                  </a:cubicBezTo>
                  <a:cubicBezTo>
                    <a:pt x="39582" y="40832"/>
                    <a:pt x="48871" y="38602"/>
                    <a:pt x="57130" y="34362"/>
                  </a:cubicBezTo>
                  <a:cubicBezTo>
                    <a:pt x="59164" y="33308"/>
                    <a:pt x="60439" y="31200"/>
                    <a:pt x="60439" y="28921"/>
                  </a:cubicBezTo>
                  <a:lnTo>
                    <a:pt x="60463" y="14804"/>
                  </a:lnTo>
                  <a:cubicBezTo>
                    <a:pt x="60463" y="10907"/>
                    <a:pt x="58944" y="7206"/>
                    <a:pt x="56150" y="4412"/>
                  </a:cubicBezTo>
                  <a:cubicBezTo>
                    <a:pt x="53356" y="1618"/>
                    <a:pt x="49483" y="25"/>
                    <a:pt x="45562" y="25"/>
                  </a:cubicBezTo>
                  <a:cubicBezTo>
                    <a:pt x="40464" y="25"/>
                    <a:pt x="19877" y="1"/>
                    <a:pt x="148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6"/>
            <p:cNvSpPr/>
            <p:nvPr/>
          </p:nvSpPr>
          <p:spPr>
            <a:xfrm>
              <a:off x="1682625" y="3212875"/>
              <a:ext cx="1099250" cy="1099225"/>
            </a:xfrm>
            <a:custGeom>
              <a:rect b="b" l="l" r="r" t="t"/>
              <a:pathLst>
                <a:path extrusionOk="0" h="43969" w="43970">
                  <a:moveTo>
                    <a:pt x="21985" y="0"/>
                  </a:moveTo>
                  <a:cubicBezTo>
                    <a:pt x="9853" y="0"/>
                    <a:pt x="1" y="9853"/>
                    <a:pt x="1" y="21984"/>
                  </a:cubicBezTo>
                  <a:cubicBezTo>
                    <a:pt x="1" y="34092"/>
                    <a:pt x="9853" y="43969"/>
                    <a:pt x="21985" y="43969"/>
                  </a:cubicBezTo>
                  <a:cubicBezTo>
                    <a:pt x="34092" y="43969"/>
                    <a:pt x="43969" y="34092"/>
                    <a:pt x="43969" y="21984"/>
                  </a:cubicBezTo>
                  <a:cubicBezTo>
                    <a:pt x="43969" y="9853"/>
                    <a:pt x="34092" y="0"/>
                    <a:pt x="21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6"/>
            <p:cNvSpPr/>
            <p:nvPr/>
          </p:nvSpPr>
          <p:spPr>
            <a:xfrm>
              <a:off x="4642050" y="4445650"/>
              <a:ext cx="1511625" cy="1020825"/>
            </a:xfrm>
            <a:custGeom>
              <a:rect b="b" l="l" r="r" t="t"/>
              <a:pathLst>
                <a:path extrusionOk="0" h="40833" w="60465">
                  <a:moveTo>
                    <a:pt x="14780" y="1"/>
                  </a:moveTo>
                  <a:cubicBezTo>
                    <a:pt x="10834" y="1"/>
                    <a:pt x="7108" y="1545"/>
                    <a:pt x="4314" y="4339"/>
                  </a:cubicBezTo>
                  <a:cubicBezTo>
                    <a:pt x="1520" y="7133"/>
                    <a:pt x="1" y="10858"/>
                    <a:pt x="1" y="14780"/>
                  </a:cubicBezTo>
                  <a:lnTo>
                    <a:pt x="25" y="28921"/>
                  </a:lnTo>
                  <a:cubicBezTo>
                    <a:pt x="25" y="31200"/>
                    <a:pt x="1300" y="33308"/>
                    <a:pt x="3359" y="34362"/>
                  </a:cubicBezTo>
                  <a:cubicBezTo>
                    <a:pt x="11594" y="38602"/>
                    <a:pt x="20882" y="40832"/>
                    <a:pt x="30220" y="40832"/>
                  </a:cubicBezTo>
                  <a:cubicBezTo>
                    <a:pt x="39558" y="40832"/>
                    <a:pt x="48847" y="38602"/>
                    <a:pt x="57106" y="34362"/>
                  </a:cubicBezTo>
                  <a:cubicBezTo>
                    <a:pt x="59141" y="33308"/>
                    <a:pt x="60415" y="31200"/>
                    <a:pt x="60440" y="28921"/>
                  </a:cubicBezTo>
                  <a:lnTo>
                    <a:pt x="60440" y="14804"/>
                  </a:lnTo>
                  <a:cubicBezTo>
                    <a:pt x="60464" y="10907"/>
                    <a:pt x="58920" y="7206"/>
                    <a:pt x="56126" y="4412"/>
                  </a:cubicBezTo>
                  <a:cubicBezTo>
                    <a:pt x="53332" y="1618"/>
                    <a:pt x="49460" y="25"/>
                    <a:pt x="45538" y="25"/>
                  </a:cubicBezTo>
                  <a:cubicBezTo>
                    <a:pt x="40440" y="25"/>
                    <a:pt x="19878" y="1"/>
                    <a:pt x="147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6"/>
            <p:cNvSpPr/>
            <p:nvPr/>
          </p:nvSpPr>
          <p:spPr>
            <a:xfrm>
              <a:off x="4847925" y="3212875"/>
              <a:ext cx="1099250" cy="1099225"/>
            </a:xfrm>
            <a:custGeom>
              <a:rect b="b" l="l" r="r" t="t"/>
              <a:pathLst>
                <a:path extrusionOk="0" h="43969" w="43970">
                  <a:moveTo>
                    <a:pt x="21985" y="0"/>
                  </a:moveTo>
                  <a:cubicBezTo>
                    <a:pt x="9853" y="0"/>
                    <a:pt x="1" y="9853"/>
                    <a:pt x="1" y="21984"/>
                  </a:cubicBezTo>
                  <a:cubicBezTo>
                    <a:pt x="1" y="34092"/>
                    <a:pt x="9853" y="43969"/>
                    <a:pt x="21985" y="43969"/>
                  </a:cubicBezTo>
                  <a:cubicBezTo>
                    <a:pt x="34093" y="43969"/>
                    <a:pt x="43970" y="34092"/>
                    <a:pt x="43970" y="21984"/>
                  </a:cubicBezTo>
                  <a:cubicBezTo>
                    <a:pt x="43970" y="9853"/>
                    <a:pt x="34093" y="0"/>
                    <a:pt x="219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6"/>
            <p:cNvSpPr/>
            <p:nvPr/>
          </p:nvSpPr>
          <p:spPr>
            <a:xfrm>
              <a:off x="3661100" y="238125"/>
              <a:ext cx="306375" cy="487125"/>
            </a:xfrm>
            <a:custGeom>
              <a:rect b="b" l="l" r="r" t="t"/>
              <a:pathLst>
                <a:path extrusionOk="0" h="19485" w="12255">
                  <a:moveTo>
                    <a:pt x="6128" y="0"/>
                  </a:moveTo>
                  <a:cubicBezTo>
                    <a:pt x="2745" y="0"/>
                    <a:pt x="0" y="2745"/>
                    <a:pt x="0" y="6127"/>
                  </a:cubicBezTo>
                  <a:lnTo>
                    <a:pt x="0" y="13357"/>
                  </a:lnTo>
                  <a:cubicBezTo>
                    <a:pt x="0" y="16739"/>
                    <a:pt x="2745" y="19484"/>
                    <a:pt x="6128" y="19484"/>
                  </a:cubicBezTo>
                  <a:cubicBezTo>
                    <a:pt x="9510" y="19484"/>
                    <a:pt x="12255" y="16739"/>
                    <a:pt x="12255" y="13357"/>
                  </a:cubicBezTo>
                  <a:lnTo>
                    <a:pt x="12255" y="6127"/>
                  </a:lnTo>
                  <a:cubicBezTo>
                    <a:pt x="12255" y="2745"/>
                    <a:pt x="9510" y="0"/>
                    <a:pt x="6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6"/>
            <p:cNvSpPr/>
            <p:nvPr/>
          </p:nvSpPr>
          <p:spPr>
            <a:xfrm>
              <a:off x="5036650" y="1795025"/>
              <a:ext cx="487150" cy="306400"/>
            </a:xfrm>
            <a:custGeom>
              <a:rect b="b" l="l" r="r" t="t"/>
              <a:pathLst>
                <a:path extrusionOk="0" h="12256" w="19486">
                  <a:moveTo>
                    <a:pt x="6128" y="1"/>
                  </a:moveTo>
                  <a:cubicBezTo>
                    <a:pt x="2746" y="1"/>
                    <a:pt x="1" y="2721"/>
                    <a:pt x="1" y="6128"/>
                  </a:cubicBezTo>
                  <a:cubicBezTo>
                    <a:pt x="1" y="9510"/>
                    <a:pt x="2746" y="12255"/>
                    <a:pt x="6128" y="12255"/>
                  </a:cubicBezTo>
                  <a:lnTo>
                    <a:pt x="13358" y="12255"/>
                  </a:lnTo>
                  <a:cubicBezTo>
                    <a:pt x="16765" y="12255"/>
                    <a:pt x="19485" y="9510"/>
                    <a:pt x="19485" y="6128"/>
                  </a:cubicBezTo>
                  <a:cubicBezTo>
                    <a:pt x="19485" y="2721"/>
                    <a:pt x="16765" y="1"/>
                    <a:pt x="13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6"/>
            <p:cNvSpPr/>
            <p:nvPr/>
          </p:nvSpPr>
          <p:spPr>
            <a:xfrm>
              <a:off x="2104175" y="1795025"/>
              <a:ext cx="487150" cy="306400"/>
            </a:xfrm>
            <a:custGeom>
              <a:rect b="b" l="l" r="r" t="t"/>
              <a:pathLst>
                <a:path extrusionOk="0" h="12256" w="19486">
                  <a:moveTo>
                    <a:pt x="6128" y="1"/>
                  </a:moveTo>
                  <a:cubicBezTo>
                    <a:pt x="2746" y="1"/>
                    <a:pt x="1" y="2721"/>
                    <a:pt x="1" y="6128"/>
                  </a:cubicBezTo>
                  <a:cubicBezTo>
                    <a:pt x="1" y="9510"/>
                    <a:pt x="2746" y="12255"/>
                    <a:pt x="6128" y="12255"/>
                  </a:cubicBezTo>
                  <a:lnTo>
                    <a:pt x="13358" y="12255"/>
                  </a:lnTo>
                  <a:cubicBezTo>
                    <a:pt x="16740" y="12255"/>
                    <a:pt x="19485" y="9510"/>
                    <a:pt x="19485" y="6128"/>
                  </a:cubicBezTo>
                  <a:cubicBezTo>
                    <a:pt x="19485" y="2721"/>
                    <a:pt x="16740" y="1"/>
                    <a:pt x="133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6"/>
            <p:cNvSpPr/>
            <p:nvPr/>
          </p:nvSpPr>
          <p:spPr>
            <a:xfrm>
              <a:off x="2291050" y="1016550"/>
              <a:ext cx="506750" cy="396775"/>
            </a:xfrm>
            <a:custGeom>
              <a:rect b="b" l="l" r="r" t="t"/>
              <a:pathLst>
                <a:path extrusionOk="0" h="15871" w="20270">
                  <a:moveTo>
                    <a:pt x="7007" y="1"/>
                  </a:moveTo>
                  <a:cubicBezTo>
                    <a:pt x="4886" y="1"/>
                    <a:pt x="2826" y="1097"/>
                    <a:pt x="1692" y="3053"/>
                  </a:cubicBezTo>
                  <a:cubicBezTo>
                    <a:pt x="1" y="5994"/>
                    <a:pt x="1006" y="9744"/>
                    <a:pt x="3947" y="11435"/>
                  </a:cubicBezTo>
                  <a:lnTo>
                    <a:pt x="10196" y="15038"/>
                  </a:lnTo>
                  <a:cubicBezTo>
                    <a:pt x="11177" y="15601"/>
                    <a:pt x="12231" y="15871"/>
                    <a:pt x="13260" y="15871"/>
                  </a:cubicBezTo>
                  <a:cubicBezTo>
                    <a:pt x="15368" y="15871"/>
                    <a:pt x="17426" y="14768"/>
                    <a:pt x="18578" y="12807"/>
                  </a:cubicBezTo>
                  <a:cubicBezTo>
                    <a:pt x="20270" y="9866"/>
                    <a:pt x="19265" y="6116"/>
                    <a:pt x="16324" y="4425"/>
                  </a:cubicBezTo>
                  <a:lnTo>
                    <a:pt x="10074" y="822"/>
                  </a:lnTo>
                  <a:cubicBezTo>
                    <a:pt x="9105" y="265"/>
                    <a:pt x="8048" y="1"/>
                    <a:pt x="70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6"/>
            <p:cNvSpPr/>
            <p:nvPr/>
          </p:nvSpPr>
          <p:spPr>
            <a:xfrm>
              <a:off x="2860875" y="446725"/>
              <a:ext cx="440575" cy="462950"/>
            </a:xfrm>
            <a:custGeom>
              <a:rect b="b" l="l" r="r" t="t"/>
              <a:pathLst>
                <a:path extrusionOk="0" h="18518" w="17623">
                  <a:moveTo>
                    <a:pt x="6997" y="1"/>
                  </a:moveTo>
                  <a:cubicBezTo>
                    <a:pt x="5959" y="1"/>
                    <a:pt x="4908" y="265"/>
                    <a:pt x="3947" y="822"/>
                  </a:cubicBezTo>
                  <a:cubicBezTo>
                    <a:pt x="1006" y="2513"/>
                    <a:pt x="1" y="6263"/>
                    <a:pt x="1692" y="9180"/>
                  </a:cubicBezTo>
                  <a:lnTo>
                    <a:pt x="5319" y="15454"/>
                  </a:lnTo>
                  <a:cubicBezTo>
                    <a:pt x="6447" y="17415"/>
                    <a:pt x="8505" y="18518"/>
                    <a:pt x="10613" y="18518"/>
                  </a:cubicBezTo>
                  <a:cubicBezTo>
                    <a:pt x="11667" y="18518"/>
                    <a:pt x="12721" y="18248"/>
                    <a:pt x="13677" y="17684"/>
                  </a:cubicBezTo>
                  <a:cubicBezTo>
                    <a:pt x="16618" y="15993"/>
                    <a:pt x="17623" y="12243"/>
                    <a:pt x="15932" y="9327"/>
                  </a:cubicBezTo>
                  <a:lnTo>
                    <a:pt x="12304" y="3053"/>
                  </a:lnTo>
                  <a:cubicBezTo>
                    <a:pt x="11170" y="1097"/>
                    <a:pt x="9111" y="1"/>
                    <a:pt x="69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6"/>
            <p:cNvSpPr/>
            <p:nvPr/>
          </p:nvSpPr>
          <p:spPr>
            <a:xfrm>
              <a:off x="4327125" y="446725"/>
              <a:ext cx="440575" cy="462950"/>
            </a:xfrm>
            <a:custGeom>
              <a:rect b="b" l="l" r="r" t="t"/>
              <a:pathLst>
                <a:path extrusionOk="0" h="18518" w="17623">
                  <a:moveTo>
                    <a:pt x="10626" y="1"/>
                  </a:moveTo>
                  <a:cubicBezTo>
                    <a:pt x="8513" y="1"/>
                    <a:pt x="6453" y="1097"/>
                    <a:pt x="5319" y="3053"/>
                  </a:cubicBezTo>
                  <a:lnTo>
                    <a:pt x="1692" y="9327"/>
                  </a:lnTo>
                  <a:cubicBezTo>
                    <a:pt x="0" y="12243"/>
                    <a:pt x="1005" y="15993"/>
                    <a:pt x="3946" y="17684"/>
                  </a:cubicBezTo>
                  <a:cubicBezTo>
                    <a:pt x="4902" y="18248"/>
                    <a:pt x="5956" y="18518"/>
                    <a:pt x="6985" y="18518"/>
                  </a:cubicBezTo>
                  <a:cubicBezTo>
                    <a:pt x="9118" y="18518"/>
                    <a:pt x="11176" y="17415"/>
                    <a:pt x="12304" y="15454"/>
                  </a:cubicBezTo>
                  <a:lnTo>
                    <a:pt x="15931" y="9180"/>
                  </a:lnTo>
                  <a:cubicBezTo>
                    <a:pt x="17622" y="6263"/>
                    <a:pt x="16617" y="2513"/>
                    <a:pt x="13676" y="822"/>
                  </a:cubicBezTo>
                  <a:cubicBezTo>
                    <a:pt x="12716" y="265"/>
                    <a:pt x="11664" y="1"/>
                    <a:pt x="106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6"/>
            <p:cNvSpPr/>
            <p:nvPr/>
          </p:nvSpPr>
          <p:spPr>
            <a:xfrm>
              <a:off x="4830775" y="1016550"/>
              <a:ext cx="506750" cy="396775"/>
            </a:xfrm>
            <a:custGeom>
              <a:rect b="b" l="l" r="r" t="t"/>
              <a:pathLst>
                <a:path extrusionOk="0" h="15871" w="20270">
                  <a:moveTo>
                    <a:pt x="13258" y="1"/>
                  </a:moveTo>
                  <a:cubicBezTo>
                    <a:pt x="12219" y="1"/>
                    <a:pt x="11165" y="265"/>
                    <a:pt x="10196" y="822"/>
                  </a:cubicBezTo>
                  <a:lnTo>
                    <a:pt x="3947" y="4425"/>
                  </a:lnTo>
                  <a:cubicBezTo>
                    <a:pt x="1005" y="6116"/>
                    <a:pt x="1" y="9866"/>
                    <a:pt x="1692" y="12807"/>
                  </a:cubicBezTo>
                  <a:cubicBezTo>
                    <a:pt x="2819" y="14768"/>
                    <a:pt x="4878" y="15871"/>
                    <a:pt x="7010" y="15871"/>
                  </a:cubicBezTo>
                  <a:cubicBezTo>
                    <a:pt x="8039" y="15871"/>
                    <a:pt x="9093" y="15601"/>
                    <a:pt x="10074" y="15038"/>
                  </a:cubicBezTo>
                  <a:lnTo>
                    <a:pt x="16323" y="11435"/>
                  </a:lnTo>
                  <a:cubicBezTo>
                    <a:pt x="19265" y="9744"/>
                    <a:pt x="20269" y="5994"/>
                    <a:pt x="18578" y="3053"/>
                  </a:cubicBezTo>
                  <a:cubicBezTo>
                    <a:pt x="17428" y="1097"/>
                    <a:pt x="15374" y="1"/>
                    <a:pt x="132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6"/>
            <p:cNvSpPr/>
            <p:nvPr/>
          </p:nvSpPr>
          <p:spPr>
            <a:xfrm>
              <a:off x="4830775" y="2482800"/>
              <a:ext cx="506750" cy="396775"/>
            </a:xfrm>
            <a:custGeom>
              <a:rect b="b" l="l" r="r" t="t"/>
              <a:pathLst>
                <a:path extrusionOk="0" h="15871" w="20270">
                  <a:moveTo>
                    <a:pt x="7006" y="0"/>
                  </a:moveTo>
                  <a:cubicBezTo>
                    <a:pt x="4886" y="0"/>
                    <a:pt x="2826" y="1096"/>
                    <a:pt x="1692" y="3052"/>
                  </a:cubicBezTo>
                  <a:cubicBezTo>
                    <a:pt x="1" y="5993"/>
                    <a:pt x="1005" y="9743"/>
                    <a:pt x="3947" y="11434"/>
                  </a:cubicBezTo>
                  <a:lnTo>
                    <a:pt x="10196" y="15037"/>
                  </a:lnTo>
                  <a:cubicBezTo>
                    <a:pt x="11152" y="15601"/>
                    <a:pt x="12206" y="15870"/>
                    <a:pt x="13260" y="15870"/>
                  </a:cubicBezTo>
                  <a:cubicBezTo>
                    <a:pt x="15368" y="15870"/>
                    <a:pt x="17426" y="14767"/>
                    <a:pt x="18578" y="12807"/>
                  </a:cubicBezTo>
                  <a:cubicBezTo>
                    <a:pt x="20269" y="9866"/>
                    <a:pt x="19265" y="6116"/>
                    <a:pt x="16323" y="4425"/>
                  </a:cubicBezTo>
                  <a:lnTo>
                    <a:pt x="10074" y="822"/>
                  </a:lnTo>
                  <a:cubicBezTo>
                    <a:pt x="9105" y="265"/>
                    <a:pt x="8048" y="0"/>
                    <a:pt x="7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6"/>
            <p:cNvSpPr/>
            <p:nvPr/>
          </p:nvSpPr>
          <p:spPr>
            <a:xfrm>
              <a:off x="2291050" y="2482800"/>
              <a:ext cx="506750" cy="396775"/>
            </a:xfrm>
            <a:custGeom>
              <a:rect b="b" l="l" r="r" t="t"/>
              <a:pathLst>
                <a:path extrusionOk="0" h="15871" w="20270">
                  <a:moveTo>
                    <a:pt x="13264" y="0"/>
                  </a:moveTo>
                  <a:cubicBezTo>
                    <a:pt x="12222" y="0"/>
                    <a:pt x="11165" y="265"/>
                    <a:pt x="10196" y="822"/>
                  </a:cubicBezTo>
                  <a:lnTo>
                    <a:pt x="3947" y="4425"/>
                  </a:lnTo>
                  <a:cubicBezTo>
                    <a:pt x="1006" y="6116"/>
                    <a:pt x="1" y="9866"/>
                    <a:pt x="1692" y="12807"/>
                  </a:cubicBezTo>
                  <a:cubicBezTo>
                    <a:pt x="2844" y="14767"/>
                    <a:pt x="4903" y="15870"/>
                    <a:pt x="7010" y="15870"/>
                  </a:cubicBezTo>
                  <a:cubicBezTo>
                    <a:pt x="8040" y="15870"/>
                    <a:pt x="9094" y="15601"/>
                    <a:pt x="10074" y="15037"/>
                  </a:cubicBezTo>
                  <a:lnTo>
                    <a:pt x="16324" y="11434"/>
                  </a:lnTo>
                  <a:cubicBezTo>
                    <a:pt x="19265" y="9743"/>
                    <a:pt x="20270" y="5993"/>
                    <a:pt x="18578" y="3052"/>
                  </a:cubicBezTo>
                  <a:cubicBezTo>
                    <a:pt x="17444" y="1096"/>
                    <a:pt x="15385" y="0"/>
                    <a:pt x="132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6"/>
            <p:cNvSpPr/>
            <p:nvPr/>
          </p:nvSpPr>
          <p:spPr>
            <a:xfrm>
              <a:off x="2683800" y="814675"/>
              <a:ext cx="2260975" cy="2139650"/>
            </a:xfrm>
            <a:custGeom>
              <a:rect b="b" l="l" r="r" t="t"/>
              <a:pathLst>
                <a:path extrusionOk="0" h="85586" w="90439">
                  <a:moveTo>
                    <a:pt x="45220" y="1"/>
                  </a:moveTo>
                  <a:cubicBezTo>
                    <a:pt x="20270" y="1"/>
                    <a:pt x="1" y="20294"/>
                    <a:pt x="1" y="45219"/>
                  </a:cubicBezTo>
                  <a:cubicBezTo>
                    <a:pt x="1" y="61812"/>
                    <a:pt x="9045" y="77056"/>
                    <a:pt x="23627" y="84973"/>
                  </a:cubicBezTo>
                  <a:cubicBezTo>
                    <a:pt x="23946" y="85144"/>
                    <a:pt x="24167" y="85365"/>
                    <a:pt x="24338" y="85585"/>
                  </a:cubicBezTo>
                  <a:lnTo>
                    <a:pt x="39166" y="85585"/>
                  </a:lnTo>
                  <a:cubicBezTo>
                    <a:pt x="39117" y="85291"/>
                    <a:pt x="39092" y="84973"/>
                    <a:pt x="39092" y="84654"/>
                  </a:cubicBezTo>
                  <a:lnTo>
                    <a:pt x="39092" y="57033"/>
                  </a:lnTo>
                  <a:lnTo>
                    <a:pt x="31813" y="49754"/>
                  </a:lnTo>
                  <a:cubicBezTo>
                    <a:pt x="29436" y="47352"/>
                    <a:pt x="29436" y="43479"/>
                    <a:pt x="31813" y="41077"/>
                  </a:cubicBezTo>
                  <a:cubicBezTo>
                    <a:pt x="33014" y="39889"/>
                    <a:pt x="34583" y="39294"/>
                    <a:pt x="36151" y="39294"/>
                  </a:cubicBezTo>
                  <a:cubicBezTo>
                    <a:pt x="37720" y="39294"/>
                    <a:pt x="39288" y="39889"/>
                    <a:pt x="40489" y="41077"/>
                  </a:cubicBezTo>
                  <a:lnTo>
                    <a:pt x="45220" y="45808"/>
                  </a:lnTo>
                  <a:lnTo>
                    <a:pt x="49950" y="41077"/>
                  </a:lnTo>
                  <a:cubicBezTo>
                    <a:pt x="51138" y="39889"/>
                    <a:pt x="52707" y="39294"/>
                    <a:pt x="54276" y="39294"/>
                  </a:cubicBezTo>
                  <a:cubicBezTo>
                    <a:pt x="55844" y="39294"/>
                    <a:pt x="57413" y="39889"/>
                    <a:pt x="58601" y="41077"/>
                  </a:cubicBezTo>
                  <a:cubicBezTo>
                    <a:pt x="61003" y="43479"/>
                    <a:pt x="61003" y="47352"/>
                    <a:pt x="58601" y="49754"/>
                  </a:cubicBezTo>
                  <a:lnTo>
                    <a:pt x="51347" y="57033"/>
                  </a:lnTo>
                  <a:lnTo>
                    <a:pt x="51347" y="84654"/>
                  </a:lnTo>
                  <a:cubicBezTo>
                    <a:pt x="51347" y="84973"/>
                    <a:pt x="51322" y="85291"/>
                    <a:pt x="51273" y="85585"/>
                  </a:cubicBezTo>
                  <a:lnTo>
                    <a:pt x="66101" y="85585"/>
                  </a:lnTo>
                  <a:cubicBezTo>
                    <a:pt x="66273" y="85365"/>
                    <a:pt x="66493" y="85144"/>
                    <a:pt x="66812" y="84973"/>
                  </a:cubicBezTo>
                  <a:cubicBezTo>
                    <a:pt x="81395" y="77056"/>
                    <a:pt x="90438" y="61812"/>
                    <a:pt x="90438" y="45219"/>
                  </a:cubicBezTo>
                  <a:cubicBezTo>
                    <a:pt x="90438" y="20294"/>
                    <a:pt x="70145" y="1"/>
                    <a:pt x="452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6"/>
            <p:cNvSpPr/>
            <p:nvPr/>
          </p:nvSpPr>
          <p:spPr>
            <a:xfrm>
              <a:off x="3299600" y="3260650"/>
              <a:ext cx="1029375" cy="511050"/>
            </a:xfrm>
            <a:custGeom>
              <a:rect b="b" l="l" r="r" t="t"/>
              <a:pathLst>
                <a:path extrusionOk="0" h="20442" w="41175">
                  <a:moveTo>
                    <a:pt x="0" y="1"/>
                  </a:moveTo>
                  <a:cubicBezTo>
                    <a:pt x="98" y="11299"/>
                    <a:pt x="9289" y="20441"/>
                    <a:pt x="20588" y="20441"/>
                  </a:cubicBezTo>
                  <a:cubicBezTo>
                    <a:pt x="31886" y="20441"/>
                    <a:pt x="41077" y="11299"/>
                    <a:pt x="411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4" name="Google Shape;1134;p36"/>
          <p:cNvGrpSpPr/>
          <p:nvPr/>
        </p:nvGrpSpPr>
        <p:grpSpPr>
          <a:xfrm>
            <a:off x="4957351" y="1755626"/>
            <a:ext cx="343990" cy="348731"/>
            <a:chOff x="1221250" y="238125"/>
            <a:chExt cx="5157275" cy="5228350"/>
          </a:xfrm>
        </p:grpSpPr>
        <p:sp>
          <p:nvSpPr>
            <p:cNvPr id="1135" name="Google Shape;1135;p36"/>
            <p:cNvSpPr/>
            <p:nvPr/>
          </p:nvSpPr>
          <p:spPr>
            <a:xfrm>
              <a:off x="1392200" y="820200"/>
              <a:ext cx="1362100" cy="1362100"/>
            </a:xfrm>
            <a:custGeom>
              <a:rect b="b" l="l" r="r" t="t"/>
              <a:pathLst>
                <a:path extrusionOk="0" h="54484" w="54484">
                  <a:moveTo>
                    <a:pt x="27254" y="0"/>
                  </a:moveTo>
                  <a:cubicBezTo>
                    <a:pt x="12230" y="0"/>
                    <a:pt x="0" y="12230"/>
                    <a:pt x="0" y="27254"/>
                  </a:cubicBezTo>
                  <a:cubicBezTo>
                    <a:pt x="0" y="42278"/>
                    <a:pt x="12230" y="54483"/>
                    <a:pt x="27254" y="54483"/>
                  </a:cubicBezTo>
                  <a:cubicBezTo>
                    <a:pt x="42278" y="54483"/>
                    <a:pt x="54483" y="42278"/>
                    <a:pt x="54483" y="27254"/>
                  </a:cubicBezTo>
                  <a:cubicBezTo>
                    <a:pt x="54483" y="12230"/>
                    <a:pt x="42278" y="0"/>
                    <a:pt x="272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6"/>
            <p:cNvSpPr/>
            <p:nvPr/>
          </p:nvSpPr>
          <p:spPr>
            <a:xfrm>
              <a:off x="3477900" y="238125"/>
              <a:ext cx="2900625" cy="5228350"/>
            </a:xfrm>
            <a:custGeom>
              <a:rect b="b" l="l" r="r" t="t"/>
              <a:pathLst>
                <a:path extrusionOk="0" h="209134" w="116025">
                  <a:moveTo>
                    <a:pt x="6127" y="0"/>
                  </a:moveTo>
                  <a:cubicBezTo>
                    <a:pt x="2745" y="0"/>
                    <a:pt x="0" y="2745"/>
                    <a:pt x="0" y="6127"/>
                  </a:cubicBezTo>
                  <a:lnTo>
                    <a:pt x="0" y="203006"/>
                  </a:lnTo>
                  <a:cubicBezTo>
                    <a:pt x="0" y="206388"/>
                    <a:pt x="2745" y="209133"/>
                    <a:pt x="6127" y="209133"/>
                  </a:cubicBezTo>
                  <a:cubicBezTo>
                    <a:pt x="9510" y="209133"/>
                    <a:pt x="12255" y="206388"/>
                    <a:pt x="12255" y="203006"/>
                  </a:cubicBezTo>
                  <a:lnTo>
                    <a:pt x="12255" y="87325"/>
                  </a:lnTo>
                  <a:cubicBezTo>
                    <a:pt x="18388" y="90038"/>
                    <a:pt x="24544" y="91267"/>
                    <a:pt x="30740" y="91267"/>
                  </a:cubicBezTo>
                  <a:cubicBezTo>
                    <a:pt x="31203" y="91267"/>
                    <a:pt x="31667" y="91260"/>
                    <a:pt x="32131" y="91246"/>
                  </a:cubicBezTo>
                  <a:cubicBezTo>
                    <a:pt x="41837" y="90928"/>
                    <a:pt x="51395" y="87619"/>
                    <a:pt x="61027" y="82178"/>
                  </a:cubicBezTo>
                  <a:cubicBezTo>
                    <a:pt x="68331" y="78036"/>
                    <a:pt x="75757" y="76100"/>
                    <a:pt x="83208" y="76100"/>
                  </a:cubicBezTo>
                  <a:cubicBezTo>
                    <a:pt x="91001" y="76100"/>
                    <a:pt x="98893" y="78207"/>
                    <a:pt x="106760" y="82129"/>
                  </a:cubicBezTo>
                  <a:cubicBezTo>
                    <a:pt x="107667" y="82668"/>
                    <a:pt x="108746" y="82987"/>
                    <a:pt x="109898" y="82987"/>
                  </a:cubicBezTo>
                  <a:cubicBezTo>
                    <a:pt x="113280" y="82987"/>
                    <a:pt x="116025" y="80242"/>
                    <a:pt x="116025" y="76860"/>
                  </a:cubicBezTo>
                  <a:lnTo>
                    <a:pt x="116025" y="16764"/>
                  </a:lnTo>
                  <a:lnTo>
                    <a:pt x="116000" y="16764"/>
                  </a:lnTo>
                  <a:cubicBezTo>
                    <a:pt x="116000" y="14828"/>
                    <a:pt x="115093" y="12941"/>
                    <a:pt x="113378" y="11764"/>
                  </a:cubicBezTo>
                  <a:cubicBezTo>
                    <a:pt x="104034" y="5224"/>
                    <a:pt x="94713" y="2357"/>
                    <a:pt x="85287" y="2357"/>
                  </a:cubicBezTo>
                  <a:cubicBezTo>
                    <a:pt x="84823" y="2357"/>
                    <a:pt x="84358" y="2364"/>
                    <a:pt x="83894" y="2377"/>
                  </a:cubicBezTo>
                  <a:cubicBezTo>
                    <a:pt x="74188" y="2671"/>
                    <a:pt x="64630" y="6005"/>
                    <a:pt x="54998" y="11446"/>
                  </a:cubicBezTo>
                  <a:cubicBezTo>
                    <a:pt x="47694" y="15588"/>
                    <a:pt x="40268" y="17524"/>
                    <a:pt x="32817" y="17524"/>
                  </a:cubicBezTo>
                  <a:cubicBezTo>
                    <a:pt x="26004" y="17524"/>
                    <a:pt x="19142" y="15906"/>
                    <a:pt x="12255" y="12892"/>
                  </a:cubicBezTo>
                  <a:lnTo>
                    <a:pt x="12255" y="6127"/>
                  </a:lnTo>
                  <a:cubicBezTo>
                    <a:pt x="12255" y="2745"/>
                    <a:pt x="9510" y="0"/>
                    <a:pt x="61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6"/>
            <p:cNvSpPr/>
            <p:nvPr/>
          </p:nvSpPr>
          <p:spPr>
            <a:xfrm>
              <a:off x="1221250" y="2464125"/>
              <a:ext cx="1950300" cy="3002350"/>
            </a:xfrm>
            <a:custGeom>
              <a:rect b="b" l="l" r="r" t="t"/>
              <a:pathLst>
                <a:path extrusionOk="0" h="120094" w="78012">
                  <a:moveTo>
                    <a:pt x="17671" y="0"/>
                  </a:moveTo>
                  <a:cubicBezTo>
                    <a:pt x="8113" y="0"/>
                    <a:pt x="0" y="7990"/>
                    <a:pt x="0" y="17573"/>
                  </a:cubicBezTo>
                  <a:lnTo>
                    <a:pt x="0" y="54532"/>
                  </a:lnTo>
                  <a:cubicBezTo>
                    <a:pt x="0" y="61297"/>
                    <a:pt x="3848" y="67228"/>
                    <a:pt x="9608" y="70169"/>
                  </a:cubicBezTo>
                  <a:lnTo>
                    <a:pt x="9632" y="113966"/>
                  </a:lnTo>
                  <a:cubicBezTo>
                    <a:pt x="9632" y="117348"/>
                    <a:pt x="12377" y="120093"/>
                    <a:pt x="15760" y="120093"/>
                  </a:cubicBezTo>
                  <a:lnTo>
                    <a:pt x="52278" y="120093"/>
                  </a:lnTo>
                  <a:cubicBezTo>
                    <a:pt x="55660" y="120093"/>
                    <a:pt x="58405" y="117348"/>
                    <a:pt x="58405" y="113966"/>
                  </a:cubicBezTo>
                  <a:lnTo>
                    <a:pt x="58405" y="36764"/>
                  </a:lnTo>
                  <a:lnTo>
                    <a:pt x="78012" y="36764"/>
                  </a:lnTo>
                  <a:lnTo>
                    <a:pt x="780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8" name="Google Shape;1138;p36"/>
          <p:cNvGrpSpPr/>
          <p:nvPr/>
        </p:nvGrpSpPr>
        <p:grpSpPr>
          <a:xfrm>
            <a:off x="1523645" y="3286845"/>
            <a:ext cx="374350" cy="374350"/>
            <a:chOff x="1190625" y="238125"/>
            <a:chExt cx="5228350" cy="5228350"/>
          </a:xfrm>
        </p:grpSpPr>
        <p:sp>
          <p:nvSpPr>
            <p:cNvPr id="1139" name="Google Shape;1139;p36"/>
            <p:cNvSpPr/>
            <p:nvPr/>
          </p:nvSpPr>
          <p:spPr>
            <a:xfrm>
              <a:off x="1190625" y="2699400"/>
              <a:ext cx="1305725" cy="306400"/>
            </a:xfrm>
            <a:custGeom>
              <a:rect b="b" l="l" r="r" t="t"/>
              <a:pathLst>
                <a:path extrusionOk="0" h="12256" w="52229">
                  <a:moveTo>
                    <a:pt x="6127" y="1"/>
                  </a:moveTo>
                  <a:cubicBezTo>
                    <a:pt x="2745" y="1"/>
                    <a:pt x="0" y="2746"/>
                    <a:pt x="0" y="6128"/>
                  </a:cubicBezTo>
                  <a:cubicBezTo>
                    <a:pt x="0" y="9510"/>
                    <a:pt x="2745" y="12255"/>
                    <a:pt x="6127" y="12255"/>
                  </a:cubicBezTo>
                  <a:lnTo>
                    <a:pt x="52228" y="12255"/>
                  </a:lnTo>
                  <a:cubicBezTo>
                    <a:pt x="52008" y="10245"/>
                    <a:pt x="51885" y="8187"/>
                    <a:pt x="51885" y="6128"/>
                  </a:cubicBezTo>
                  <a:cubicBezTo>
                    <a:pt x="51885" y="4045"/>
                    <a:pt x="52008" y="2010"/>
                    <a:pt x="52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6"/>
            <p:cNvSpPr/>
            <p:nvPr/>
          </p:nvSpPr>
          <p:spPr>
            <a:xfrm>
              <a:off x="4265250" y="778525"/>
              <a:ext cx="1613925" cy="1614550"/>
            </a:xfrm>
            <a:custGeom>
              <a:rect b="b" l="l" r="r" t="t"/>
              <a:pathLst>
                <a:path extrusionOk="0" h="64582" w="64557">
                  <a:moveTo>
                    <a:pt x="0" y="1"/>
                  </a:moveTo>
                  <a:lnTo>
                    <a:pt x="0" y="33578"/>
                  </a:lnTo>
                  <a:cubicBezTo>
                    <a:pt x="7157" y="36249"/>
                    <a:pt x="13553" y="40416"/>
                    <a:pt x="18847" y="45685"/>
                  </a:cubicBezTo>
                  <a:cubicBezTo>
                    <a:pt x="24141" y="51003"/>
                    <a:pt x="28308" y="57425"/>
                    <a:pt x="30979" y="64581"/>
                  </a:cubicBezTo>
                  <a:lnTo>
                    <a:pt x="64556" y="64581"/>
                  </a:lnTo>
                  <a:cubicBezTo>
                    <a:pt x="61002" y="48479"/>
                    <a:pt x="52890" y="34117"/>
                    <a:pt x="41665" y="22867"/>
                  </a:cubicBezTo>
                  <a:cubicBezTo>
                    <a:pt x="30440" y="11642"/>
                    <a:pt x="16078" y="3555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6"/>
            <p:cNvSpPr/>
            <p:nvPr/>
          </p:nvSpPr>
          <p:spPr>
            <a:xfrm>
              <a:off x="3652525" y="238125"/>
              <a:ext cx="306375" cy="1305725"/>
            </a:xfrm>
            <a:custGeom>
              <a:rect b="b" l="l" r="r" t="t"/>
              <a:pathLst>
                <a:path extrusionOk="0" h="52229" w="12255">
                  <a:moveTo>
                    <a:pt x="6103" y="0"/>
                  </a:moveTo>
                  <a:cubicBezTo>
                    <a:pt x="2966" y="0"/>
                    <a:pt x="368" y="2353"/>
                    <a:pt x="0" y="5392"/>
                  </a:cubicBezTo>
                  <a:lnTo>
                    <a:pt x="0" y="52228"/>
                  </a:lnTo>
                  <a:cubicBezTo>
                    <a:pt x="2010" y="51983"/>
                    <a:pt x="4044" y="51885"/>
                    <a:pt x="6103" y="51885"/>
                  </a:cubicBezTo>
                  <a:cubicBezTo>
                    <a:pt x="8186" y="51885"/>
                    <a:pt x="10245" y="52008"/>
                    <a:pt x="12255" y="52228"/>
                  </a:cubicBezTo>
                  <a:cubicBezTo>
                    <a:pt x="12255" y="36837"/>
                    <a:pt x="12230" y="21494"/>
                    <a:pt x="12230" y="6127"/>
                  </a:cubicBezTo>
                  <a:cubicBezTo>
                    <a:pt x="12230" y="2745"/>
                    <a:pt x="9485" y="0"/>
                    <a:pt x="6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6"/>
            <p:cNvSpPr/>
            <p:nvPr/>
          </p:nvSpPr>
          <p:spPr>
            <a:xfrm>
              <a:off x="2794100" y="1841600"/>
              <a:ext cx="2022000" cy="2022000"/>
            </a:xfrm>
            <a:custGeom>
              <a:rect b="b" l="l" r="r" t="t"/>
              <a:pathLst>
                <a:path extrusionOk="0" h="80880" w="80880">
                  <a:moveTo>
                    <a:pt x="40440" y="0"/>
                  </a:moveTo>
                  <a:cubicBezTo>
                    <a:pt x="18088" y="0"/>
                    <a:pt x="0" y="18088"/>
                    <a:pt x="0" y="40440"/>
                  </a:cubicBezTo>
                  <a:cubicBezTo>
                    <a:pt x="0" y="62767"/>
                    <a:pt x="18088" y="80879"/>
                    <a:pt x="40440" y="80879"/>
                  </a:cubicBezTo>
                  <a:cubicBezTo>
                    <a:pt x="62718" y="80879"/>
                    <a:pt x="80879" y="62743"/>
                    <a:pt x="80879" y="40440"/>
                  </a:cubicBezTo>
                  <a:cubicBezTo>
                    <a:pt x="80879" y="18137"/>
                    <a:pt x="62718" y="0"/>
                    <a:pt x="404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6"/>
            <p:cNvSpPr/>
            <p:nvPr/>
          </p:nvSpPr>
          <p:spPr>
            <a:xfrm>
              <a:off x="1730425" y="777925"/>
              <a:ext cx="1615750" cy="1615150"/>
            </a:xfrm>
            <a:custGeom>
              <a:rect b="b" l="l" r="r" t="t"/>
              <a:pathLst>
                <a:path extrusionOk="0" h="64606" w="64630">
                  <a:moveTo>
                    <a:pt x="64630" y="0"/>
                  </a:moveTo>
                  <a:cubicBezTo>
                    <a:pt x="48552" y="3554"/>
                    <a:pt x="34141" y="11642"/>
                    <a:pt x="22891" y="22891"/>
                  </a:cubicBezTo>
                  <a:cubicBezTo>
                    <a:pt x="11666" y="34141"/>
                    <a:pt x="3554" y="48503"/>
                    <a:pt x="0" y="64605"/>
                  </a:cubicBezTo>
                  <a:lnTo>
                    <a:pt x="33577" y="64605"/>
                  </a:lnTo>
                  <a:cubicBezTo>
                    <a:pt x="36249" y="57449"/>
                    <a:pt x="40415" y="51027"/>
                    <a:pt x="45709" y="45709"/>
                  </a:cubicBezTo>
                  <a:cubicBezTo>
                    <a:pt x="51027" y="40415"/>
                    <a:pt x="57473" y="36224"/>
                    <a:pt x="64630" y="33553"/>
                  </a:cubicBezTo>
                  <a:lnTo>
                    <a:pt x="646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6"/>
            <p:cNvSpPr/>
            <p:nvPr/>
          </p:nvSpPr>
          <p:spPr>
            <a:xfrm>
              <a:off x="4265250" y="3312125"/>
              <a:ext cx="1613925" cy="1613925"/>
            </a:xfrm>
            <a:custGeom>
              <a:rect b="b" l="l" r="r" t="t"/>
              <a:pathLst>
                <a:path extrusionOk="0" h="64557" w="64557">
                  <a:moveTo>
                    <a:pt x="30979" y="1"/>
                  </a:moveTo>
                  <a:cubicBezTo>
                    <a:pt x="28308" y="7157"/>
                    <a:pt x="24141" y="13578"/>
                    <a:pt x="18847" y="18872"/>
                  </a:cubicBezTo>
                  <a:cubicBezTo>
                    <a:pt x="13553" y="24166"/>
                    <a:pt x="7157" y="28333"/>
                    <a:pt x="0" y="31004"/>
                  </a:cubicBezTo>
                  <a:lnTo>
                    <a:pt x="0" y="64557"/>
                  </a:lnTo>
                  <a:cubicBezTo>
                    <a:pt x="16078" y="61027"/>
                    <a:pt x="30440" y="52915"/>
                    <a:pt x="41665" y="41690"/>
                  </a:cubicBezTo>
                  <a:cubicBezTo>
                    <a:pt x="52890" y="30440"/>
                    <a:pt x="61002" y="16078"/>
                    <a:pt x="645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6"/>
            <p:cNvSpPr/>
            <p:nvPr/>
          </p:nvSpPr>
          <p:spPr>
            <a:xfrm>
              <a:off x="1730425" y="3312125"/>
              <a:ext cx="1615750" cy="1614550"/>
            </a:xfrm>
            <a:custGeom>
              <a:rect b="b" l="l" r="r" t="t"/>
              <a:pathLst>
                <a:path extrusionOk="0" h="64582" w="64630">
                  <a:moveTo>
                    <a:pt x="0" y="1"/>
                  </a:moveTo>
                  <a:cubicBezTo>
                    <a:pt x="3554" y="16078"/>
                    <a:pt x="11666" y="30440"/>
                    <a:pt x="22891" y="41690"/>
                  </a:cubicBezTo>
                  <a:cubicBezTo>
                    <a:pt x="34141" y="52939"/>
                    <a:pt x="48552" y="61052"/>
                    <a:pt x="64630" y="64581"/>
                  </a:cubicBezTo>
                  <a:lnTo>
                    <a:pt x="64630" y="31029"/>
                  </a:lnTo>
                  <a:cubicBezTo>
                    <a:pt x="57473" y="28357"/>
                    <a:pt x="51027" y="24191"/>
                    <a:pt x="45709" y="18872"/>
                  </a:cubicBezTo>
                  <a:cubicBezTo>
                    <a:pt x="40415" y="13578"/>
                    <a:pt x="36249" y="7157"/>
                    <a:pt x="33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6"/>
            <p:cNvSpPr/>
            <p:nvPr/>
          </p:nvSpPr>
          <p:spPr>
            <a:xfrm>
              <a:off x="5113250" y="2699400"/>
              <a:ext cx="1305725" cy="306400"/>
            </a:xfrm>
            <a:custGeom>
              <a:rect b="b" l="l" r="r" t="t"/>
              <a:pathLst>
                <a:path extrusionOk="0" h="12256" w="52229">
                  <a:moveTo>
                    <a:pt x="0" y="1"/>
                  </a:moveTo>
                  <a:cubicBezTo>
                    <a:pt x="245" y="2010"/>
                    <a:pt x="368" y="4045"/>
                    <a:pt x="368" y="6128"/>
                  </a:cubicBezTo>
                  <a:cubicBezTo>
                    <a:pt x="368" y="8187"/>
                    <a:pt x="245" y="10245"/>
                    <a:pt x="0" y="12255"/>
                  </a:cubicBezTo>
                  <a:lnTo>
                    <a:pt x="46101" y="12255"/>
                  </a:lnTo>
                  <a:cubicBezTo>
                    <a:pt x="49483" y="12255"/>
                    <a:pt x="52228" y="9510"/>
                    <a:pt x="52228" y="6128"/>
                  </a:cubicBezTo>
                  <a:cubicBezTo>
                    <a:pt x="52228" y="2746"/>
                    <a:pt x="49508" y="1"/>
                    <a:pt x="46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6"/>
            <p:cNvSpPr/>
            <p:nvPr/>
          </p:nvSpPr>
          <p:spPr>
            <a:xfrm>
              <a:off x="3652525" y="4160750"/>
              <a:ext cx="306375" cy="1305725"/>
            </a:xfrm>
            <a:custGeom>
              <a:rect b="b" l="l" r="r" t="t"/>
              <a:pathLst>
                <a:path extrusionOk="0" h="52229" w="12255">
                  <a:moveTo>
                    <a:pt x="0" y="0"/>
                  </a:moveTo>
                  <a:lnTo>
                    <a:pt x="0" y="46836"/>
                  </a:lnTo>
                  <a:cubicBezTo>
                    <a:pt x="368" y="49876"/>
                    <a:pt x="2966" y="52228"/>
                    <a:pt x="6103" y="52228"/>
                  </a:cubicBezTo>
                  <a:cubicBezTo>
                    <a:pt x="9485" y="52228"/>
                    <a:pt x="12230" y="49483"/>
                    <a:pt x="12230" y="46101"/>
                  </a:cubicBezTo>
                  <a:cubicBezTo>
                    <a:pt x="12230" y="30734"/>
                    <a:pt x="12255" y="15416"/>
                    <a:pt x="12255" y="0"/>
                  </a:cubicBezTo>
                  <a:lnTo>
                    <a:pt x="12255" y="0"/>
                  </a:lnTo>
                  <a:cubicBezTo>
                    <a:pt x="10245" y="245"/>
                    <a:pt x="8186" y="368"/>
                    <a:pt x="6103" y="368"/>
                  </a:cubicBezTo>
                  <a:cubicBezTo>
                    <a:pt x="4044" y="368"/>
                    <a:pt x="2010" y="245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8" name="Google Shape;1148;p36"/>
          <p:cNvSpPr/>
          <p:nvPr/>
        </p:nvSpPr>
        <p:spPr>
          <a:xfrm flipH="1">
            <a:off x="1250225" y="3320619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36"/>
          <p:cNvSpPr/>
          <p:nvPr/>
        </p:nvSpPr>
        <p:spPr>
          <a:xfrm flipH="1">
            <a:off x="4659625" y="1787409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36"/>
          <p:cNvSpPr/>
          <p:nvPr/>
        </p:nvSpPr>
        <p:spPr>
          <a:xfrm flipH="1">
            <a:off x="4676800" y="3320619"/>
            <a:ext cx="153401" cy="306801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37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Métier visé et analyse des écarts</a:t>
            </a:r>
            <a:endParaRPr b="1"/>
          </a:p>
        </p:txBody>
      </p:sp>
      <p:sp>
        <p:nvSpPr>
          <p:cNvPr id="1157" name="Google Shape;1157;p37"/>
          <p:cNvSpPr/>
          <p:nvPr/>
        </p:nvSpPr>
        <p:spPr>
          <a:xfrm>
            <a:off x="713213" y="1283544"/>
            <a:ext cx="201900" cy="20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8" name="Google Shape;1158;p37"/>
          <p:cNvSpPr txBox="1"/>
          <p:nvPr/>
        </p:nvSpPr>
        <p:spPr>
          <a:xfrm>
            <a:off x="971200" y="1233750"/>
            <a:ext cx="2786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5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Lead Développeur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9" name="Google Shape;1159;p37"/>
          <p:cNvSpPr txBox="1"/>
          <p:nvPr/>
        </p:nvSpPr>
        <p:spPr>
          <a:xfrm>
            <a:off x="742600" y="1600375"/>
            <a:ext cx="4602300" cy="19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Maîtrise des langages de programmation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(JavaScript,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Python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Conception d'architectures logicielles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Leadership et gestion d'équipe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Compétences en DevOps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(CI/CD, Docker).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Communication efficace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avec les équipes.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60" name="Google Shape;116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375" y="1418625"/>
            <a:ext cx="2612350" cy="261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37"/>
          <p:cNvSpPr/>
          <p:nvPr/>
        </p:nvSpPr>
        <p:spPr>
          <a:xfrm>
            <a:off x="742606" y="3850169"/>
            <a:ext cx="201900" cy="20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2" name="Google Shape;1162;p37"/>
          <p:cNvSpPr txBox="1"/>
          <p:nvPr/>
        </p:nvSpPr>
        <p:spPr>
          <a:xfrm>
            <a:off x="974400" y="3800375"/>
            <a:ext cx="5110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5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Écarts identifiés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3" name="Google Shape;1163;p37"/>
          <p:cNvSpPr txBox="1"/>
          <p:nvPr/>
        </p:nvSpPr>
        <p:spPr>
          <a:xfrm>
            <a:off x="742600" y="4193975"/>
            <a:ext cx="46023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Gestion d’équipe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Communication efficace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4" name="Google Shape;1164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38"/>
          <p:cNvSpPr txBox="1"/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P</a:t>
            </a:r>
            <a:r>
              <a:rPr lang="en"/>
              <a:t>rogression et projection dans le </a:t>
            </a:r>
            <a:r>
              <a:rPr b="1" lang="en"/>
              <a:t>futur</a:t>
            </a:r>
            <a:endParaRPr b="1"/>
          </a:p>
        </p:txBody>
      </p:sp>
      <p:sp>
        <p:nvSpPr>
          <p:cNvPr id="1170" name="Google Shape;1170;p38"/>
          <p:cNvSpPr/>
          <p:nvPr/>
        </p:nvSpPr>
        <p:spPr>
          <a:xfrm>
            <a:off x="226" y="3944013"/>
            <a:ext cx="9144351" cy="29960"/>
          </a:xfrm>
          <a:custGeom>
            <a:rect b="b" l="l" r="r" t="t"/>
            <a:pathLst>
              <a:path extrusionOk="0" h="942" w="287513">
                <a:moveTo>
                  <a:pt x="476" y="0"/>
                </a:moveTo>
                <a:cubicBezTo>
                  <a:pt x="215" y="0"/>
                  <a:pt x="0" y="203"/>
                  <a:pt x="0" y="465"/>
                </a:cubicBezTo>
                <a:cubicBezTo>
                  <a:pt x="0" y="727"/>
                  <a:pt x="215" y="941"/>
                  <a:pt x="476" y="941"/>
                </a:cubicBezTo>
                <a:lnTo>
                  <a:pt x="287036" y="941"/>
                </a:lnTo>
                <a:cubicBezTo>
                  <a:pt x="287298" y="941"/>
                  <a:pt x="287512" y="727"/>
                  <a:pt x="287512" y="465"/>
                </a:cubicBezTo>
                <a:cubicBezTo>
                  <a:pt x="287512" y="203"/>
                  <a:pt x="287298" y="0"/>
                  <a:pt x="28703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38"/>
          <p:cNvSpPr/>
          <p:nvPr/>
        </p:nvSpPr>
        <p:spPr>
          <a:xfrm>
            <a:off x="2496530" y="2018943"/>
            <a:ext cx="31455" cy="54546"/>
          </a:xfrm>
          <a:custGeom>
            <a:rect b="b" l="l" r="r" t="t"/>
            <a:pathLst>
              <a:path extrusionOk="0" h="1715" w="989">
                <a:moveTo>
                  <a:pt x="0" y="0"/>
                </a:moveTo>
                <a:lnTo>
                  <a:pt x="0" y="1715"/>
                </a:lnTo>
                <a:lnTo>
                  <a:pt x="988" y="1715"/>
                </a:lnTo>
                <a:lnTo>
                  <a:pt x="9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38"/>
          <p:cNvSpPr/>
          <p:nvPr/>
        </p:nvSpPr>
        <p:spPr>
          <a:xfrm>
            <a:off x="1858690" y="2039392"/>
            <a:ext cx="117424" cy="117424"/>
          </a:xfrm>
          <a:custGeom>
            <a:rect b="b" l="l" r="r" t="t"/>
            <a:pathLst>
              <a:path extrusionOk="0" h="3692" w="3692">
                <a:moveTo>
                  <a:pt x="1846" y="0"/>
                </a:moveTo>
                <a:cubicBezTo>
                  <a:pt x="834" y="0"/>
                  <a:pt x="0" y="822"/>
                  <a:pt x="0" y="1846"/>
                </a:cubicBezTo>
                <a:cubicBezTo>
                  <a:pt x="0" y="2858"/>
                  <a:pt x="834" y="3691"/>
                  <a:pt x="1846" y="3691"/>
                </a:cubicBezTo>
                <a:cubicBezTo>
                  <a:pt x="2870" y="3691"/>
                  <a:pt x="3691" y="2858"/>
                  <a:pt x="3691" y="1846"/>
                </a:cubicBezTo>
                <a:cubicBezTo>
                  <a:pt x="3691" y="822"/>
                  <a:pt x="2870" y="0"/>
                  <a:pt x="184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8"/>
          <p:cNvSpPr/>
          <p:nvPr/>
        </p:nvSpPr>
        <p:spPr>
          <a:xfrm>
            <a:off x="1871188" y="2051891"/>
            <a:ext cx="92425" cy="92425"/>
          </a:xfrm>
          <a:custGeom>
            <a:rect b="b" l="l" r="r" t="t"/>
            <a:pathLst>
              <a:path extrusionOk="0" h="2906" w="2906">
                <a:moveTo>
                  <a:pt x="1453" y="0"/>
                </a:moveTo>
                <a:cubicBezTo>
                  <a:pt x="655" y="0"/>
                  <a:pt x="0" y="643"/>
                  <a:pt x="0" y="1453"/>
                </a:cubicBezTo>
                <a:cubicBezTo>
                  <a:pt x="0" y="2250"/>
                  <a:pt x="655" y="2905"/>
                  <a:pt x="1453" y="2905"/>
                </a:cubicBezTo>
                <a:cubicBezTo>
                  <a:pt x="2250" y="2905"/>
                  <a:pt x="2905" y="2250"/>
                  <a:pt x="2905" y="1453"/>
                </a:cubicBezTo>
                <a:cubicBezTo>
                  <a:pt x="2905" y="643"/>
                  <a:pt x="2250" y="0"/>
                  <a:pt x="1453" y="0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38"/>
          <p:cNvSpPr/>
          <p:nvPr/>
        </p:nvSpPr>
        <p:spPr>
          <a:xfrm>
            <a:off x="5037458" y="2039392"/>
            <a:ext cx="117424" cy="117424"/>
          </a:xfrm>
          <a:custGeom>
            <a:rect b="b" l="l" r="r" t="t"/>
            <a:pathLst>
              <a:path extrusionOk="0" h="3692" w="3692">
                <a:moveTo>
                  <a:pt x="1846" y="0"/>
                </a:moveTo>
                <a:cubicBezTo>
                  <a:pt x="834" y="0"/>
                  <a:pt x="1" y="822"/>
                  <a:pt x="1" y="1846"/>
                </a:cubicBezTo>
                <a:cubicBezTo>
                  <a:pt x="1" y="2858"/>
                  <a:pt x="834" y="3691"/>
                  <a:pt x="1846" y="3691"/>
                </a:cubicBezTo>
                <a:cubicBezTo>
                  <a:pt x="2870" y="3691"/>
                  <a:pt x="3692" y="2858"/>
                  <a:pt x="3692" y="1846"/>
                </a:cubicBezTo>
                <a:cubicBezTo>
                  <a:pt x="3692" y="822"/>
                  <a:pt x="2870" y="0"/>
                  <a:pt x="184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38"/>
          <p:cNvSpPr/>
          <p:nvPr/>
        </p:nvSpPr>
        <p:spPr>
          <a:xfrm>
            <a:off x="5049957" y="2051891"/>
            <a:ext cx="92425" cy="92425"/>
          </a:xfrm>
          <a:custGeom>
            <a:rect b="b" l="l" r="r" t="t"/>
            <a:pathLst>
              <a:path extrusionOk="0" h="2906" w="2906">
                <a:moveTo>
                  <a:pt x="1453" y="0"/>
                </a:moveTo>
                <a:cubicBezTo>
                  <a:pt x="655" y="0"/>
                  <a:pt x="1" y="643"/>
                  <a:pt x="1" y="1453"/>
                </a:cubicBezTo>
                <a:cubicBezTo>
                  <a:pt x="1" y="2250"/>
                  <a:pt x="655" y="2905"/>
                  <a:pt x="1453" y="2905"/>
                </a:cubicBezTo>
                <a:cubicBezTo>
                  <a:pt x="2263" y="2905"/>
                  <a:pt x="2906" y="2250"/>
                  <a:pt x="2906" y="1453"/>
                </a:cubicBezTo>
                <a:cubicBezTo>
                  <a:pt x="2906" y="643"/>
                  <a:pt x="2263" y="0"/>
                  <a:pt x="1453" y="0"/>
                </a:cubicBez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38"/>
          <p:cNvSpPr/>
          <p:nvPr/>
        </p:nvSpPr>
        <p:spPr>
          <a:xfrm>
            <a:off x="4009714" y="2018943"/>
            <a:ext cx="31455" cy="54546"/>
          </a:xfrm>
          <a:custGeom>
            <a:rect b="b" l="l" r="r" t="t"/>
            <a:pathLst>
              <a:path extrusionOk="0" h="1715" w="989">
                <a:moveTo>
                  <a:pt x="0" y="0"/>
                </a:moveTo>
                <a:lnTo>
                  <a:pt x="0" y="1715"/>
                </a:lnTo>
                <a:lnTo>
                  <a:pt x="988" y="1715"/>
                </a:lnTo>
                <a:lnTo>
                  <a:pt x="98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38"/>
          <p:cNvSpPr/>
          <p:nvPr/>
        </p:nvSpPr>
        <p:spPr>
          <a:xfrm>
            <a:off x="7188483" y="2018943"/>
            <a:ext cx="31455" cy="54546"/>
          </a:xfrm>
          <a:custGeom>
            <a:rect b="b" l="l" r="r" t="t"/>
            <a:pathLst>
              <a:path extrusionOk="0" h="1715" w="989">
                <a:moveTo>
                  <a:pt x="1" y="0"/>
                </a:moveTo>
                <a:lnTo>
                  <a:pt x="1" y="1715"/>
                </a:lnTo>
                <a:lnTo>
                  <a:pt x="989" y="1715"/>
                </a:lnTo>
                <a:lnTo>
                  <a:pt x="9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38"/>
          <p:cNvSpPr/>
          <p:nvPr/>
        </p:nvSpPr>
        <p:spPr>
          <a:xfrm>
            <a:off x="5599099" y="2018943"/>
            <a:ext cx="31455" cy="54546"/>
          </a:xfrm>
          <a:custGeom>
            <a:rect b="b" l="l" r="r" t="t"/>
            <a:pathLst>
              <a:path extrusionOk="0" h="1715" w="989">
                <a:moveTo>
                  <a:pt x="0" y="0"/>
                </a:moveTo>
                <a:lnTo>
                  <a:pt x="0" y="1715"/>
                </a:lnTo>
                <a:lnTo>
                  <a:pt x="989" y="1715"/>
                </a:lnTo>
                <a:lnTo>
                  <a:pt x="9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9" name="Google Shape;1179;p38"/>
          <p:cNvGrpSpPr/>
          <p:nvPr/>
        </p:nvGrpSpPr>
        <p:grpSpPr>
          <a:xfrm>
            <a:off x="670086" y="1470626"/>
            <a:ext cx="1761414" cy="2567343"/>
            <a:chOff x="670086" y="1470626"/>
            <a:chExt cx="1761414" cy="2567343"/>
          </a:xfrm>
        </p:grpSpPr>
        <p:sp>
          <p:nvSpPr>
            <p:cNvPr id="1180" name="Google Shape;1180;p38"/>
            <p:cNvSpPr/>
            <p:nvPr/>
          </p:nvSpPr>
          <p:spPr>
            <a:xfrm>
              <a:off x="1031336" y="3880026"/>
              <a:ext cx="157912" cy="157944"/>
            </a:xfrm>
            <a:custGeom>
              <a:rect b="b" l="l" r="r" t="t"/>
              <a:pathLst>
                <a:path extrusionOk="0" h="4966" w="4965">
                  <a:moveTo>
                    <a:pt x="2488" y="0"/>
                  </a:moveTo>
                  <a:cubicBezTo>
                    <a:pt x="1119" y="0"/>
                    <a:pt x="0" y="1108"/>
                    <a:pt x="0" y="2477"/>
                  </a:cubicBezTo>
                  <a:cubicBezTo>
                    <a:pt x="0" y="3858"/>
                    <a:pt x="1119" y="4965"/>
                    <a:pt x="2488" y="4965"/>
                  </a:cubicBezTo>
                  <a:cubicBezTo>
                    <a:pt x="3858" y="4965"/>
                    <a:pt x="4965" y="3858"/>
                    <a:pt x="4965" y="2477"/>
                  </a:cubicBezTo>
                  <a:cubicBezTo>
                    <a:pt x="4965" y="1108"/>
                    <a:pt x="3858" y="0"/>
                    <a:pt x="24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8"/>
            <p:cNvSpPr/>
            <p:nvPr/>
          </p:nvSpPr>
          <p:spPr>
            <a:xfrm>
              <a:off x="1048350" y="3896691"/>
              <a:ext cx="124230" cy="124230"/>
            </a:xfrm>
            <a:custGeom>
              <a:rect b="b" l="l" r="r" t="t"/>
              <a:pathLst>
                <a:path extrusionOk="0" h="3906" w="3906">
                  <a:moveTo>
                    <a:pt x="1953" y="0"/>
                  </a:moveTo>
                  <a:cubicBezTo>
                    <a:pt x="870" y="0"/>
                    <a:pt x="1" y="881"/>
                    <a:pt x="1" y="1953"/>
                  </a:cubicBezTo>
                  <a:cubicBezTo>
                    <a:pt x="1" y="3036"/>
                    <a:pt x="870" y="3905"/>
                    <a:pt x="1953" y="3905"/>
                  </a:cubicBezTo>
                  <a:cubicBezTo>
                    <a:pt x="3037" y="3905"/>
                    <a:pt x="3906" y="3036"/>
                    <a:pt x="3906" y="1953"/>
                  </a:cubicBezTo>
                  <a:cubicBezTo>
                    <a:pt x="3906" y="881"/>
                    <a:pt x="3037" y="0"/>
                    <a:pt x="1953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8"/>
            <p:cNvSpPr/>
            <p:nvPr/>
          </p:nvSpPr>
          <p:spPr>
            <a:xfrm>
              <a:off x="907113" y="1836430"/>
              <a:ext cx="31455" cy="54546"/>
            </a:xfrm>
            <a:custGeom>
              <a:rect b="b" l="l" r="r" t="t"/>
              <a:pathLst>
                <a:path extrusionOk="0" h="1715" w="989">
                  <a:moveTo>
                    <a:pt x="1" y="0"/>
                  </a:moveTo>
                  <a:lnTo>
                    <a:pt x="1" y="1715"/>
                  </a:lnTo>
                  <a:lnTo>
                    <a:pt x="989" y="1715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8"/>
            <p:cNvSpPr/>
            <p:nvPr/>
          </p:nvSpPr>
          <p:spPr>
            <a:xfrm>
              <a:off x="670086" y="1470626"/>
              <a:ext cx="1247392" cy="2488328"/>
            </a:xfrm>
            <a:custGeom>
              <a:rect b="b" l="l" r="r" t="t"/>
              <a:pathLst>
                <a:path extrusionOk="0" fill="none" h="78237" w="39220">
                  <a:moveTo>
                    <a:pt x="39220" y="19611"/>
                  </a:moveTo>
                  <a:cubicBezTo>
                    <a:pt x="39220" y="8788"/>
                    <a:pt x="30445" y="1"/>
                    <a:pt x="19610" y="1"/>
                  </a:cubicBezTo>
                  <a:cubicBezTo>
                    <a:pt x="8775" y="1"/>
                    <a:pt x="0" y="8788"/>
                    <a:pt x="0" y="19611"/>
                  </a:cubicBezTo>
                  <a:cubicBezTo>
                    <a:pt x="0" y="28374"/>
                    <a:pt x="5751" y="35803"/>
                    <a:pt x="13681" y="38315"/>
                  </a:cubicBezTo>
                  <a:lnTo>
                    <a:pt x="13681" y="78237"/>
                  </a:lnTo>
                </a:path>
              </a:pathLst>
            </a:custGeom>
            <a:noFill/>
            <a:ln cap="flat" cmpd="sng" w="15775">
              <a:solidFill>
                <a:srgbClr val="869FB2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8"/>
            <p:cNvSpPr/>
            <p:nvPr/>
          </p:nvSpPr>
          <p:spPr>
            <a:xfrm>
              <a:off x="733692" y="1534264"/>
              <a:ext cx="1120172" cy="1120140"/>
            </a:xfrm>
            <a:custGeom>
              <a:rect b="b" l="l" r="r" t="t"/>
              <a:pathLst>
                <a:path extrusionOk="0" h="35219" w="35220">
                  <a:moveTo>
                    <a:pt x="17610" y="0"/>
                  </a:moveTo>
                  <a:cubicBezTo>
                    <a:pt x="7883" y="0"/>
                    <a:pt x="1" y="7894"/>
                    <a:pt x="1" y="17610"/>
                  </a:cubicBezTo>
                  <a:cubicBezTo>
                    <a:pt x="1" y="27337"/>
                    <a:pt x="7883" y="35219"/>
                    <a:pt x="17610" y="35219"/>
                  </a:cubicBezTo>
                  <a:cubicBezTo>
                    <a:pt x="27337" y="35219"/>
                    <a:pt x="35219" y="27337"/>
                    <a:pt x="35219" y="17610"/>
                  </a:cubicBezTo>
                  <a:cubicBezTo>
                    <a:pt x="35219" y="7894"/>
                    <a:pt x="27337" y="0"/>
                    <a:pt x="17610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8"/>
            <p:cNvSpPr/>
            <p:nvPr/>
          </p:nvSpPr>
          <p:spPr>
            <a:xfrm>
              <a:off x="927181" y="1733797"/>
              <a:ext cx="727857" cy="727857"/>
            </a:xfrm>
            <a:custGeom>
              <a:rect b="b" l="l" r="r" t="t"/>
              <a:pathLst>
                <a:path extrusionOk="0" h="22885" w="22885">
                  <a:moveTo>
                    <a:pt x="11443" y="1"/>
                  </a:moveTo>
                  <a:cubicBezTo>
                    <a:pt x="5121" y="1"/>
                    <a:pt x="1" y="5120"/>
                    <a:pt x="1" y="11443"/>
                  </a:cubicBezTo>
                  <a:cubicBezTo>
                    <a:pt x="1" y="17765"/>
                    <a:pt x="5121" y="22885"/>
                    <a:pt x="11443" y="22885"/>
                  </a:cubicBezTo>
                  <a:cubicBezTo>
                    <a:pt x="17765" y="22885"/>
                    <a:pt x="22885" y="17765"/>
                    <a:pt x="22885" y="11443"/>
                  </a:cubicBezTo>
                  <a:cubicBezTo>
                    <a:pt x="22885" y="5120"/>
                    <a:pt x="17765" y="1"/>
                    <a:pt x="114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2025</a:t>
              </a:r>
              <a:endParaRPr sz="1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86" name="Google Shape;1186;p38"/>
            <p:cNvSpPr txBox="1"/>
            <p:nvPr/>
          </p:nvSpPr>
          <p:spPr>
            <a:xfrm>
              <a:off x="1184100" y="2924100"/>
              <a:ext cx="12474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Première année de master au CESI (WebDesign29)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87" name="Google Shape;1187;p38"/>
          <p:cNvGrpSpPr/>
          <p:nvPr/>
        </p:nvGrpSpPr>
        <p:grpSpPr>
          <a:xfrm>
            <a:off x="7027656" y="1470626"/>
            <a:ext cx="1999344" cy="2567343"/>
            <a:chOff x="7027656" y="1470626"/>
            <a:chExt cx="1999344" cy="2567343"/>
          </a:xfrm>
        </p:grpSpPr>
        <p:sp>
          <p:nvSpPr>
            <p:cNvPr id="1188" name="Google Shape;1188;p38"/>
            <p:cNvSpPr/>
            <p:nvPr/>
          </p:nvSpPr>
          <p:spPr>
            <a:xfrm>
              <a:off x="8216259" y="2039392"/>
              <a:ext cx="117392" cy="117424"/>
            </a:xfrm>
            <a:custGeom>
              <a:rect b="b" l="l" r="r" t="t"/>
              <a:pathLst>
                <a:path extrusionOk="0" h="3692" w="3691">
                  <a:moveTo>
                    <a:pt x="1846" y="0"/>
                  </a:moveTo>
                  <a:cubicBezTo>
                    <a:pt x="833" y="0"/>
                    <a:pt x="0" y="822"/>
                    <a:pt x="0" y="1846"/>
                  </a:cubicBezTo>
                  <a:cubicBezTo>
                    <a:pt x="0" y="2858"/>
                    <a:pt x="833" y="3691"/>
                    <a:pt x="1846" y="3691"/>
                  </a:cubicBezTo>
                  <a:cubicBezTo>
                    <a:pt x="2869" y="3691"/>
                    <a:pt x="3691" y="2858"/>
                    <a:pt x="3691" y="1846"/>
                  </a:cubicBezTo>
                  <a:cubicBezTo>
                    <a:pt x="3691" y="822"/>
                    <a:pt x="2869" y="0"/>
                    <a:pt x="18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8"/>
            <p:cNvSpPr/>
            <p:nvPr/>
          </p:nvSpPr>
          <p:spPr>
            <a:xfrm>
              <a:off x="8228726" y="2051891"/>
              <a:ext cx="92457" cy="92425"/>
            </a:xfrm>
            <a:custGeom>
              <a:rect b="b" l="l" r="r" t="t"/>
              <a:pathLst>
                <a:path extrusionOk="0" h="2906" w="2907">
                  <a:moveTo>
                    <a:pt x="1454" y="0"/>
                  </a:moveTo>
                  <a:cubicBezTo>
                    <a:pt x="656" y="0"/>
                    <a:pt x="1" y="643"/>
                    <a:pt x="1" y="1453"/>
                  </a:cubicBezTo>
                  <a:cubicBezTo>
                    <a:pt x="1" y="2250"/>
                    <a:pt x="656" y="2905"/>
                    <a:pt x="1454" y="2905"/>
                  </a:cubicBezTo>
                  <a:cubicBezTo>
                    <a:pt x="2263" y="2905"/>
                    <a:pt x="2906" y="2250"/>
                    <a:pt x="2906" y="1453"/>
                  </a:cubicBezTo>
                  <a:cubicBezTo>
                    <a:pt x="2906" y="643"/>
                    <a:pt x="2263" y="0"/>
                    <a:pt x="1454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8"/>
            <p:cNvSpPr/>
            <p:nvPr/>
          </p:nvSpPr>
          <p:spPr>
            <a:xfrm>
              <a:off x="7383976" y="3880026"/>
              <a:ext cx="157912" cy="157944"/>
            </a:xfrm>
            <a:custGeom>
              <a:rect b="b" l="l" r="r" t="t"/>
              <a:pathLst>
                <a:path extrusionOk="0" h="4966" w="4965">
                  <a:moveTo>
                    <a:pt x="2489" y="0"/>
                  </a:moveTo>
                  <a:cubicBezTo>
                    <a:pt x="1119" y="0"/>
                    <a:pt x="0" y="1108"/>
                    <a:pt x="0" y="2477"/>
                  </a:cubicBezTo>
                  <a:cubicBezTo>
                    <a:pt x="0" y="3858"/>
                    <a:pt x="1119" y="4965"/>
                    <a:pt x="2489" y="4965"/>
                  </a:cubicBezTo>
                  <a:cubicBezTo>
                    <a:pt x="3858" y="4965"/>
                    <a:pt x="4965" y="3858"/>
                    <a:pt x="4965" y="2477"/>
                  </a:cubicBezTo>
                  <a:cubicBezTo>
                    <a:pt x="4965" y="1108"/>
                    <a:pt x="3858" y="0"/>
                    <a:pt x="2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8"/>
            <p:cNvSpPr/>
            <p:nvPr/>
          </p:nvSpPr>
          <p:spPr>
            <a:xfrm>
              <a:off x="7400991" y="3896691"/>
              <a:ext cx="124262" cy="124230"/>
            </a:xfrm>
            <a:custGeom>
              <a:rect b="b" l="l" r="r" t="t"/>
              <a:pathLst>
                <a:path extrusionOk="0" h="3906" w="3907">
                  <a:moveTo>
                    <a:pt x="1954" y="0"/>
                  </a:moveTo>
                  <a:cubicBezTo>
                    <a:pt x="870" y="0"/>
                    <a:pt x="1" y="881"/>
                    <a:pt x="1" y="1953"/>
                  </a:cubicBezTo>
                  <a:cubicBezTo>
                    <a:pt x="1" y="3036"/>
                    <a:pt x="870" y="3905"/>
                    <a:pt x="1954" y="3905"/>
                  </a:cubicBezTo>
                  <a:cubicBezTo>
                    <a:pt x="3025" y="3905"/>
                    <a:pt x="3906" y="3036"/>
                    <a:pt x="3906" y="1953"/>
                  </a:cubicBezTo>
                  <a:cubicBezTo>
                    <a:pt x="3906" y="881"/>
                    <a:pt x="3025" y="0"/>
                    <a:pt x="1954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8"/>
            <p:cNvSpPr/>
            <p:nvPr/>
          </p:nvSpPr>
          <p:spPr>
            <a:xfrm>
              <a:off x="7027656" y="1470626"/>
              <a:ext cx="1247392" cy="2488328"/>
            </a:xfrm>
            <a:custGeom>
              <a:rect b="b" l="l" r="r" t="t"/>
              <a:pathLst>
                <a:path extrusionOk="0" fill="none" h="78237" w="39220">
                  <a:moveTo>
                    <a:pt x="39220" y="19611"/>
                  </a:moveTo>
                  <a:cubicBezTo>
                    <a:pt x="39220" y="8788"/>
                    <a:pt x="30445" y="1"/>
                    <a:pt x="19610" y="1"/>
                  </a:cubicBezTo>
                  <a:cubicBezTo>
                    <a:pt x="8787" y="1"/>
                    <a:pt x="0" y="8788"/>
                    <a:pt x="0" y="19611"/>
                  </a:cubicBezTo>
                  <a:cubicBezTo>
                    <a:pt x="0" y="28374"/>
                    <a:pt x="5751" y="35803"/>
                    <a:pt x="13681" y="38315"/>
                  </a:cubicBezTo>
                  <a:lnTo>
                    <a:pt x="13681" y="78237"/>
                  </a:lnTo>
                </a:path>
              </a:pathLst>
            </a:custGeom>
            <a:noFill/>
            <a:ln cap="flat" cmpd="sng" w="15775">
              <a:solidFill>
                <a:srgbClr val="69E781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8"/>
            <p:cNvSpPr/>
            <p:nvPr/>
          </p:nvSpPr>
          <p:spPr>
            <a:xfrm>
              <a:off x="7091262" y="1534264"/>
              <a:ext cx="1120172" cy="1120140"/>
            </a:xfrm>
            <a:custGeom>
              <a:rect b="b" l="l" r="r" t="t"/>
              <a:pathLst>
                <a:path extrusionOk="0" h="35219" w="35220">
                  <a:moveTo>
                    <a:pt x="17610" y="0"/>
                  </a:moveTo>
                  <a:cubicBezTo>
                    <a:pt x="7883" y="0"/>
                    <a:pt x="1" y="7894"/>
                    <a:pt x="1" y="17610"/>
                  </a:cubicBezTo>
                  <a:cubicBezTo>
                    <a:pt x="1" y="27337"/>
                    <a:pt x="7883" y="35219"/>
                    <a:pt x="17610" y="35219"/>
                  </a:cubicBezTo>
                  <a:cubicBezTo>
                    <a:pt x="27337" y="35219"/>
                    <a:pt x="35219" y="27337"/>
                    <a:pt x="35219" y="17610"/>
                  </a:cubicBezTo>
                  <a:cubicBezTo>
                    <a:pt x="35219" y="7894"/>
                    <a:pt x="27337" y="0"/>
                    <a:pt x="17610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8"/>
            <p:cNvSpPr/>
            <p:nvPr/>
          </p:nvSpPr>
          <p:spPr>
            <a:xfrm>
              <a:off x="7284751" y="1733797"/>
              <a:ext cx="727857" cy="727857"/>
            </a:xfrm>
            <a:custGeom>
              <a:rect b="b" l="l" r="r" t="t"/>
              <a:pathLst>
                <a:path extrusionOk="0" h="22885" w="22885">
                  <a:moveTo>
                    <a:pt x="11443" y="1"/>
                  </a:moveTo>
                  <a:cubicBezTo>
                    <a:pt x="5132" y="1"/>
                    <a:pt x="1" y="5120"/>
                    <a:pt x="1" y="11443"/>
                  </a:cubicBezTo>
                  <a:cubicBezTo>
                    <a:pt x="1" y="17765"/>
                    <a:pt x="5132" y="22885"/>
                    <a:pt x="11443" y="22885"/>
                  </a:cubicBezTo>
                  <a:cubicBezTo>
                    <a:pt x="17765" y="22885"/>
                    <a:pt x="22884" y="17765"/>
                    <a:pt x="22884" y="11443"/>
                  </a:cubicBezTo>
                  <a:cubicBezTo>
                    <a:pt x="22884" y="5120"/>
                    <a:pt x="17765" y="1"/>
                    <a:pt x="114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2027 - 2028</a:t>
              </a:r>
              <a:endParaRPr sz="1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195" name="Google Shape;1195;p38"/>
            <p:cNvSpPr txBox="1"/>
            <p:nvPr/>
          </p:nvSpPr>
          <p:spPr>
            <a:xfrm>
              <a:off x="7532100" y="2924100"/>
              <a:ext cx="14949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Proposition d'un poste de lead développeur chez WebDesign29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96" name="Google Shape;1196;p38"/>
          <p:cNvGrpSpPr/>
          <p:nvPr/>
        </p:nvGrpSpPr>
        <p:grpSpPr>
          <a:xfrm>
            <a:off x="3848855" y="1470626"/>
            <a:ext cx="1756645" cy="2567343"/>
            <a:chOff x="3848855" y="1470626"/>
            <a:chExt cx="1756645" cy="2567343"/>
          </a:xfrm>
        </p:grpSpPr>
        <p:sp>
          <p:nvSpPr>
            <p:cNvPr id="1197" name="Google Shape;1197;p38"/>
            <p:cNvSpPr/>
            <p:nvPr/>
          </p:nvSpPr>
          <p:spPr>
            <a:xfrm>
              <a:off x="4203299" y="3880026"/>
              <a:ext cx="157912" cy="157944"/>
            </a:xfrm>
            <a:custGeom>
              <a:rect b="b" l="l" r="r" t="t"/>
              <a:pathLst>
                <a:path extrusionOk="0" h="4966" w="4965">
                  <a:moveTo>
                    <a:pt x="2477" y="0"/>
                  </a:moveTo>
                  <a:cubicBezTo>
                    <a:pt x="1107" y="0"/>
                    <a:pt x="0" y="1108"/>
                    <a:pt x="0" y="2477"/>
                  </a:cubicBezTo>
                  <a:cubicBezTo>
                    <a:pt x="0" y="3858"/>
                    <a:pt x="1107" y="4965"/>
                    <a:pt x="2477" y="4965"/>
                  </a:cubicBezTo>
                  <a:cubicBezTo>
                    <a:pt x="3858" y="4965"/>
                    <a:pt x="4965" y="3858"/>
                    <a:pt x="4965" y="2477"/>
                  </a:cubicBezTo>
                  <a:cubicBezTo>
                    <a:pt x="4965" y="1108"/>
                    <a:pt x="3858" y="0"/>
                    <a:pt x="2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8"/>
            <p:cNvSpPr/>
            <p:nvPr/>
          </p:nvSpPr>
          <p:spPr>
            <a:xfrm>
              <a:off x="4219964" y="3896691"/>
              <a:ext cx="124612" cy="124230"/>
            </a:xfrm>
            <a:custGeom>
              <a:rect b="b" l="l" r="r" t="t"/>
              <a:pathLst>
                <a:path extrusionOk="0" h="3906" w="3918">
                  <a:moveTo>
                    <a:pt x="1953" y="0"/>
                  </a:moveTo>
                  <a:cubicBezTo>
                    <a:pt x="881" y="0"/>
                    <a:pt x="0" y="881"/>
                    <a:pt x="0" y="1953"/>
                  </a:cubicBezTo>
                  <a:cubicBezTo>
                    <a:pt x="0" y="3036"/>
                    <a:pt x="881" y="3905"/>
                    <a:pt x="1953" y="3905"/>
                  </a:cubicBezTo>
                  <a:cubicBezTo>
                    <a:pt x="3036" y="3905"/>
                    <a:pt x="3917" y="3036"/>
                    <a:pt x="3917" y="1953"/>
                  </a:cubicBezTo>
                  <a:cubicBezTo>
                    <a:pt x="3917" y="881"/>
                    <a:pt x="3036" y="0"/>
                    <a:pt x="1953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8"/>
            <p:cNvSpPr/>
            <p:nvPr/>
          </p:nvSpPr>
          <p:spPr>
            <a:xfrm>
              <a:off x="3848855" y="1470626"/>
              <a:ext cx="1247424" cy="2488328"/>
            </a:xfrm>
            <a:custGeom>
              <a:rect b="b" l="l" r="r" t="t"/>
              <a:pathLst>
                <a:path extrusionOk="0" fill="none" h="78237" w="39221">
                  <a:moveTo>
                    <a:pt x="39220" y="19611"/>
                  </a:moveTo>
                  <a:cubicBezTo>
                    <a:pt x="39220" y="8788"/>
                    <a:pt x="30445" y="1"/>
                    <a:pt x="19611" y="1"/>
                  </a:cubicBezTo>
                  <a:cubicBezTo>
                    <a:pt x="8776" y="1"/>
                    <a:pt x="1" y="8788"/>
                    <a:pt x="1" y="19611"/>
                  </a:cubicBezTo>
                  <a:cubicBezTo>
                    <a:pt x="1" y="28374"/>
                    <a:pt x="5752" y="35803"/>
                    <a:pt x="13681" y="38315"/>
                  </a:cubicBezTo>
                  <a:lnTo>
                    <a:pt x="13681" y="78237"/>
                  </a:lnTo>
                </a:path>
              </a:pathLst>
            </a:custGeom>
            <a:noFill/>
            <a:ln cap="flat" cmpd="sng" w="15775">
              <a:solidFill>
                <a:srgbClr val="5EB2FC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8"/>
            <p:cNvSpPr/>
            <p:nvPr/>
          </p:nvSpPr>
          <p:spPr>
            <a:xfrm>
              <a:off x="3912493" y="1534264"/>
              <a:ext cx="1120140" cy="1120140"/>
            </a:xfrm>
            <a:custGeom>
              <a:rect b="b" l="l" r="r" t="t"/>
              <a:pathLst>
                <a:path extrusionOk="0" h="35219" w="35219">
                  <a:moveTo>
                    <a:pt x="17610" y="0"/>
                  </a:moveTo>
                  <a:cubicBezTo>
                    <a:pt x="7882" y="0"/>
                    <a:pt x="0" y="7894"/>
                    <a:pt x="0" y="17610"/>
                  </a:cubicBezTo>
                  <a:cubicBezTo>
                    <a:pt x="0" y="27337"/>
                    <a:pt x="7882" y="35219"/>
                    <a:pt x="17610" y="35219"/>
                  </a:cubicBezTo>
                  <a:cubicBezTo>
                    <a:pt x="27337" y="35219"/>
                    <a:pt x="35219" y="27337"/>
                    <a:pt x="35219" y="17610"/>
                  </a:cubicBezTo>
                  <a:cubicBezTo>
                    <a:pt x="35219" y="7894"/>
                    <a:pt x="27337" y="0"/>
                    <a:pt x="17610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8"/>
            <p:cNvSpPr/>
            <p:nvPr/>
          </p:nvSpPr>
          <p:spPr>
            <a:xfrm>
              <a:off x="4105982" y="1733797"/>
              <a:ext cx="727826" cy="727857"/>
            </a:xfrm>
            <a:custGeom>
              <a:rect b="b" l="l" r="r" t="t"/>
              <a:pathLst>
                <a:path extrusionOk="0" h="22885" w="22884">
                  <a:moveTo>
                    <a:pt x="11442" y="1"/>
                  </a:moveTo>
                  <a:cubicBezTo>
                    <a:pt x="5120" y="1"/>
                    <a:pt x="0" y="5120"/>
                    <a:pt x="0" y="11443"/>
                  </a:cubicBezTo>
                  <a:cubicBezTo>
                    <a:pt x="0" y="17765"/>
                    <a:pt x="5120" y="22885"/>
                    <a:pt x="11442" y="22885"/>
                  </a:cubicBezTo>
                  <a:cubicBezTo>
                    <a:pt x="17764" y="22885"/>
                    <a:pt x="22884" y="17765"/>
                    <a:pt x="22884" y="11443"/>
                  </a:cubicBezTo>
                  <a:cubicBezTo>
                    <a:pt x="22884" y="5120"/>
                    <a:pt x="17764" y="1"/>
                    <a:pt x="11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2026</a:t>
              </a:r>
              <a:endParaRPr sz="15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02" name="Google Shape;1202;p38"/>
            <p:cNvSpPr txBox="1"/>
            <p:nvPr/>
          </p:nvSpPr>
          <p:spPr>
            <a:xfrm>
              <a:off x="4358100" y="2924100"/>
              <a:ext cx="12474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Deuxième</a:t>
              </a: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 année de master au CESI (WebDesign29)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03" name="Google Shape;1203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4" name="Google Shape;12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65283">
            <a:off x="1484852" y="2252428"/>
            <a:ext cx="376473" cy="376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39"/>
          <p:cNvSpPr/>
          <p:nvPr/>
        </p:nvSpPr>
        <p:spPr>
          <a:xfrm rot="10800000">
            <a:off x="720330" y="801003"/>
            <a:ext cx="350302" cy="700625"/>
          </a:xfrm>
          <a:custGeom>
            <a:rect b="b" l="l" r="r" t="t"/>
            <a:pathLst>
              <a:path extrusionOk="0" h="4026" w="2013">
                <a:moveTo>
                  <a:pt x="2013" y="0"/>
                </a:moveTo>
                <a:lnTo>
                  <a:pt x="0" y="2013"/>
                </a:lnTo>
                <a:lnTo>
                  <a:pt x="2013" y="4025"/>
                </a:lnTo>
                <a:lnTo>
                  <a:pt x="20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0" name="Google Shape;1210;p39"/>
          <p:cNvGrpSpPr/>
          <p:nvPr/>
        </p:nvGrpSpPr>
        <p:grpSpPr>
          <a:xfrm>
            <a:off x="1852898" y="947466"/>
            <a:ext cx="2079759" cy="2404093"/>
            <a:chOff x="1852898" y="947466"/>
            <a:chExt cx="2079759" cy="2404093"/>
          </a:xfrm>
        </p:grpSpPr>
        <p:grpSp>
          <p:nvGrpSpPr>
            <p:cNvPr id="1211" name="Google Shape;1211;p39"/>
            <p:cNvGrpSpPr/>
            <p:nvPr/>
          </p:nvGrpSpPr>
          <p:grpSpPr>
            <a:xfrm flipH="1">
              <a:off x="1852898" y="3018088"/>
              <a:ext cx="882533" cy="333471"/>
              <a:chOff x="3551575" y="3215125"/>
              <a:chExt cx="389450" cy="147150"/>
            </a:xfrm>
          </p:grpSpPr>
          <p:sp>
            <p:nvSpPr>
              <p:cNvPr id="1212" name="Google Shape;1212;p3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3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3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3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3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3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3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3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3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3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3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3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3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3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rect b="b" l="l" r="r" t="t"/>
                <a:pathLst>
                  <a:path extrusionOk="0" fill="none" h="1039" w="104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3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3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3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3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rect b="b" l="l" r="r" t="t"/>
                <a:pathLst>
                  <a:path extrusionOk="0" fill="none" h="1040" w="104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3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3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rect b="b" l="l" r="r" t="t"/>
                <a:pathLst>
                  <a:path extrusionOk="0" fill="none" h="1039" w="1039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3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3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rect b="b" l="l" r="r" t="t"/>
                <a:pathLst>
                  <a:path extrusionOk="0" fill="none" h="1040" w="1039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4" name="Google Shape;1234;p39"/>
            <p:cNvGrpSpPr/>
            <p:nvPr/>
          </p:nvGrpSpPr>
          <p:grpSpPr>
            <a:xfrm flipH="1">
              <a:off x="3210559" y="947466"/>
              <a:ext cx="722099" cy="407700"/>
              <a:chOff x="1211425" y="918075"/>
              <a:chExt cx="722099" cy="407700"/>
            </a:xfrm>
          </p:grpSpPr>
          <p:sp>
            <p:nvSpPr>
              <p:cNvPr id="1235" name="Google Shape;1235;p39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39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39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39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39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39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39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rect b="b" l="l" r="r" t="t"/>
                <a:pathLst>
                  <a:path extrusionOk="0" h="395" w="396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39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rect b="b" l="l" r="r" t="t"/>
                <a:pathLst>
                  <a:path extrusionOk="0" h="403" w="396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39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rect b="b" l="l" r="r" t="t"/>
                <a:pathLst>
                  <a:path extrusionOk="0" h="396" w="396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39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39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39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39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rect b="b" l="l" r="r" t="t"/>
                <a:pathLst>
                  <a:path extrusionOk="0" h="395" w="395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39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rect b="b" l="l" r="r" t="t"/>
                <a:pathLst>
                  <a:path extrusionOk="0" h="403" w="395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39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rect b="b" l="l" r="r" t="t"/>
                <a:pathLst>
                  <a:path extrusionOk="0" h="396" w="395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39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rect b="b" l="l" r="r" t="t"/>
                <a:pathLst>
                  <a:path extrusionOk="0" h="395" w="404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39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rect b="b" l="l" r="r" t="t"/>
                <a:pathLst>
                  <a:path extrusionOk="0" h="403" w="404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39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rect b="b" l="l" r="r" t="t"/>
                <a:pathLst>
                  <a:path extrusionOk="0" h="396" w="404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53" name="Google Shape;1253;p39"/>
          <p:cNvGrpSpPr/>
          <p:nvPr/>
        </p:nvGrpSpPr>
        <p:grpSpPr>
          <a:xfrm>
            <a:off x="-1565206" y="-2327047"/>
            <a:ext cx="8494402" cy="10048056"/>
            <a:chOff x="-1565206" y="-2327047"/>
            <a:chExt cx="8494402" cy="10048056"/>
          </a:xfrm>
        </p:grpSpPr>
        <p:grpSp>
          <p:nvGrpSpPr>
            <p:cNvPr id="1254" name="Google Shape;1254;p39"/>
            <p:cNvGrpSpPr/>
            <p:nvPr/>
          </p:nvGrpSpPr>
          <p:grpSpPr>
            <a:xfrm rot="-5400000">
              <a:off x="2125755" y="-2599893"/>
              <a:ext cx="4530594" cy="5076286"/>
              <a:chOff x="4826000" y="4400753"/>
              <a:chExt cx="4530594" cy="5076286"/>
            </a:xfrm>
          </p:grpSpPr>
          <p:sp>
            <p:nvSpPr>
              <p:cNvPr id="1255" name="Google Shape;1255;p3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rect b="b" l="l" r="r" t="t"/>
                <a:pathLst>
                  <a:path extrusionOk="0" fill="none" h="101733" w="51547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cap="flat" cmpd="sng" w="44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3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rect b="b" l="l" r="r" t="t"/>
                <a:pathLst>
                  <a:path extrusionOk="0" h="1715" w="1844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7" name="Google Shape;1257;p39"/>
            <p:cNvGrpSpPr/>
            <p:nvPr/>
          </p:nvGrpSpPr>
          <p:grpSpPr>
            <a:xfrm flipH="1" rot="-2006149">
              <a:off x="-1143338" y="2070024"/>
              <a:ext cx="2324989" cy="2229599"/>
              <a:chOff x="5165475" y="-713653"/>
              <a:chExt cx="2324999" cy="2229609"/>
            </a:xfrm>
          </p:grpSpPr>
          <p:sp>
            <p:nvSpPr>
              <p:cNvPr id="1258" name="Google Shape;1258;p3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rect b="b" l="l" r="r" t="t"/>
                <a:pathLst>
                  <a:path extrusionOk="0" fill="none" h="44061" w="47546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3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rect b="b" l="l" r="r" t="t"/>
                <a:pathLst>
                  <a:path extrusionOk="0" h="15680" w="27324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0" name="Google Shape;1260;p39"/>
            <p:cNvGrpSpPr/>
            <p:nvPr/>
          </p:nvGrpSpPr>
          <p:grpSpPr>
            <a:xfrm flipH="1" rot="490164">
              <a:off x="682690" y="4092424"/>
              <a:ext cx="3324918" cy="3409649"/>
              <a:chOff x="7159200" y="2117361"/>
              <a:chExt cx="2271501" cy="2329387"/>
            </a:xfrm>
          </p:grpSpPr>
          <p:sp>
            <p:nvSpPr>
              <p:cNvPr id="1261" name="Google Shape;1261;p39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rect b="b" l="l" r="r" t="t"/>
                <a:pathLst>
                  <a:path extrusionOk="0" fill="none" h="1724" w="15241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39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rect b="b" l="l" r="r" t="t"/>
                <a:pathLst>
                  <a:path extrusionOk="0" fill="none" h="55098" w="54702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cap="flat" cmpd="sng" w="5625">
                <a:solidFill>
                  <a:schemeClr val="lt2"/>
                </a:solidFill>
                <a:prstDash val="solid"/>
                <a:miter lim="805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39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rect b="b" l="l" r="r" t="t"/>
                <a:pathLst>
                  <a:path extrusionOk="0" h="1429" w="1691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64" name="Google Shape;1264;p39"/>
          <p:cNvSpPr txBox="1"/>
          <p:nvPr>
            <p:ph type="title"/>
          </p:nvPr>
        </p:nvSpPr>
        <p:spPr>
          <a:xfrm>
            <a:off x="5132825" y="637616"/>
            <a:ext cx="2906400" cy="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Merci !</a:t>
            </a:r>
            <a:endParaRPr/>
          </a:p>
        </p:txBody>
      </p:sp>
      <p:sp>
        <p:nvSpPr>
          <p:cNvPr id="1265" name="Google Shape;1265;p39"/>
          <p:cNvSpPr txBox="1"/>
          <p:nvPr>
            <p:ph idx="1" type="subTitle"/>
          </p:nvPr>
        </p:nvSpPr>
        <p:spPr>
          <a:xfrm>
            <a:off x="4417175" y="1497925"/>
            <a:ext cx="3622200" cy="1279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Avez-vous des questions ?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portfolio.ascencia.re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linkedin.com/in/karim-ahmed64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266" name="Google Shape;1266;p39"/>
          <p:cNvGrpSpPr/>
          <p:nvPr/>
        </p:nvGrpSpPr>
        <p:grpSpPr>
          <a:xfrm>
            <a:off x="7539557" y="2913350"/>
            <a:ext cx="387661" cy="387661"/>
            <a:chOff x="1379798" y="1723250"/>
            <a:chExt cx="397887" cy="397887"/>
          </a:xfrm>
        </p:grpSpPr>
        <p:sp>
          <p:nvSpPr>
            <p:cNvPr id="1267" name="Google Shape;1267;p39"/>
            <p:cNvSpPr/>
            <p:nvPr/>
          </p:nvSpPr>
          <p:spPr>
            <a:xfrm>
              <a:off x="1462169" y="1793977"/>
              <a:ext cx="23354" cy="23312"/>
            </a:xfrm>
            <a:custGeom>
              <a:rect b="b" l="l" r="r" t="t"/>
              <a:pathLst>
                <a:path extrusionOk="0" h="1117" w="1119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9"/>
            <p:cNvSpPr/>
            <p:nvPr/>
          </p:nvSpPr>
          <p:spPr>
            <a:xfrm>
              <a:off x="1379798" y="1723250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9"/>
            <p:cNvSpPr/>
            <p:nvPr/>
          </p:nvSpPr>
          <p:spPr>
            <a:xfrm>
              <a:off x="1555413" y="1886846"/>
              <a:ext cx="139912" cy="163558"/>
            </a:xfrm>
            <a:custGeom>
              <a:rect b="b" l="l" r="r" t="t"/>
              <a:pathLst>
                <a:path extrusionOk="0" h="7837" w="6704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9"/>
            <p:cNvSpPr/>
            <p:nvPr/>
          </p:nvSpPr>
          <p:spPr>
            <a:xfrm>
              <a:off x="1462169" y="1887200"/>
              <a:ext cx="23354" cy="163203"/>
            </a:xfrm>
            <a:custGeom>
              <a:rect b="b" l="l" r="r" t="t"/>
              <a:pathLst>
                <a:path extrusionOk="0" h="7820" w="1119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1" name="Google Shape;1271;p39"/>
          <p:cNvSpPr/>
          <p:nvPr/>
        </p:nvSpPr>
        <p:spPr>
          <a:xfrm>
            <a:off x="5343600" y="3490750"/>
            <a:ext cx="2720100" cy="511500"/>
          </a:xfrm>
          <a:prstGeom prst="rect">
            <a:avLst/>
          </a:prstGeom>
          <a:solidFill>
            <a:srgbClr val="1515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72" name="Google Shape;1272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livery Plan Consulting by Slidesgo">
  <a:themeElements>
    <a:clrScheme name="Simple Light">
      <a:dk1>
        <a:srgbClr val="15153E"/>
      </a:dk1>
      <a:lt1>
        <a:srgbClr val="FFFFFF"/>
      </a:lt1>
      <a:dk2>
        <a:srgbClr val="5571FB"/>
      </a:dk2>
      <a:lt2>
        <a:srgbClr val="7A7A7A"/>
      </a:lt2>
      <a:accent1>
        <a:srgbClr val="A7F6C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53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